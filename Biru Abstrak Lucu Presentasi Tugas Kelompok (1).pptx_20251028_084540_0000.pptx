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Thicker Bold" charset="1" panose="00000800000000000000"/>
      <p:regular r:id="rId18"/>
    </p:embeddedFont>
    <p:embeddedFont>
      <p:font typeface="Agrandir"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30" Target="../media/image29.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395805">
            <a:off x="-1199178" y="6686550"/>
            <a:ext cx="4455755" cy="7200900"/>
          </a:xfrm>
          <a:custGeom>
            <a:avLst/>
            <a:gdLst/>
            <a:ahLst/>
            <a:cxnLst/>
            <a:rect r="r" b="b" t="t" l="l"/>
            <a:pathLst>
              <a:path h="7200900" w="4455755">
                <a:moveTo>
                  <a:pt x="0" y="0"/>
                </a:moveTo>
                <a:lnTo>
                  <a:pt x="4455755" y="0"/>
                </a:lnTo>
                <a:lnTo>
                  <a:pt x="445575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21" t="0" r="-21" b="0"/>
            </a:stretch>
          </a:blipFill>
        </p:spPr>
      </p:sp>
      <p:sp>
        <p:nvSpPr>
          <p:cNvPr name="Freeform 3" id="3"/>
          <p:cNvSpPr/>
          <p:nvPr/>
        </p:nvSpPr>
        <p:spPr>
          <a:xfrm flipH="false" flipV="false" rot="-2387687">
            <a:off x="15133174" y="-3086100"/>
            <a:ext cx="4252252" cy="6172200"/>
          </a:xfrm>
          <a:custGeom>
            <a:avLst/>
            <a:gdLst/>
            <a:ahLst/>
            <a:cxnLst/>
            <a:rect r="r" b="b" t="t" l="l"/>
            <a:pathLst>
              <a:path h="6172200" w="4252252">
                <a:moveTo>
                  <a:pt x="0" y="0"/>
                </a:moveTo>
                <a:lnTo>
                  <a:pt x="4252252" y="0"/>
                </a:lnTo>
                <a:lnTo>
                  <a:pt x="4252252" y="6172200"/>
                </a:lnTo>
                <a:lnTo>
                  <a:pt x="0" y="6172200"/>
                </a:lnTo>
                <a:lnTo>
                  <a:pt x="0" y="0"/>
                </a:lnTo>
                <a:close/>
              </a:path>
            </a:pathLst>
          </a:custGeom>
          <a:blipFill>
            <a:blip r:embed="rId4">
              <a:extLst>
                <a:ext uri="{96DAC541-7B7A-43D3-8B79-37D633B846F1}">
                  <asvg:svgBlip xmlns:asvg="http://schemas.microsoft.com/office/drawing/2016/SVG/main" r:embed="rId5"/>
                </a:ext>
              </a:extLst>
            </a:blip>
            <a:stretch>
              <a:fillRect l="0" t="-13" r="0" b="-13"/>
            </a:stretch>
          </a:blipFill>
        </p:spPr>
      </p:sp>
      <p:sp>
        <p:nvSpPr>
          <p:cNvPr name="Freeform 4" id="4"/>
          <p:cNvSpPr/>
          <p:nvPr/>
        </p:nvSpPr>
        <p:spPr>
          <a:xfrm flipH="false" flipV="false" rot="0">
            <a:off x="14547224" y="7476754"/>
            <a:ext cx="5424153" cy="5620493"/>
          </a:xfrm>
          <a:custGeom>
            <a:avLst/>
            <a:gdLst/>
            <a:ahLst/>
            <a:cxnLst/>
            <a:rect r="r" b="b" t="t" l="l"/>
            <a:pathLst>
              <a:path h="5620493" w="5424153">
                <a:moveTo>
                  <a:pt x="0" y="0"/>
                </a:moveTo>
                <a:lnTo>
                  <a:pt x="5424153" y="0"/>
                </a:lnTo>
                <a:lnTo>
                  <a:pt x="5424153" y="5620493"/>
                </a:lnTo>
                <a:lnTo>
                  <a:pt x="0" y="5620493"/>
                </a:lnTo>
                <a:lnTo>
                  <a:pt x="0" y="0"/>
                </a:lnTo>
                <a:close/>
              </a:path>
            </a:pathLst>
          </a:custGeom>
          <a:blipFill>
            <a:blip r:embed="rId6">
              <a:extLst>
                <a:ext uri="{96DAC541-7B7A-43D3-8B79-37D633B846F1}">
                  <asvg:svgBlip xmlns:asvg="http://schemas.microsoft.com/office/drawing/2016/SVG/main" r:embed="rId7"/>
                </a:ext>
              </a:extLst>
            </a:blip>
            <a:stretch>
              <a:fillRect l="0" t="-31" r="0" b="-31"/>
            </a:stretch>
          </a:blipFill>
        </p:spPr>
      </p:sp>
      <p:sp>
        <p:nvSpPr>
          <p:cNvPr name="Freeform 5" id="5"/>
          <p:cNvSpPr/>
          <p:nvPr/>
        </p:nvSpPr>
        <p:spPr>
          <a:xfrm flipH="false" flipV="false" rot="0">
            <a:off x="-2564556" y="-3084733"/>
            <a:ext cx="6096499" cy="6169465"/>
          </a:xfrm>
          <a:custGeom>
            <a:avLst/>
            <a:gdLst/>
            <a:ahLst/>
            <a:cxnLst/>
            <a:rect r="r" b="b" t="t" l="l"/>
            <a:pathLst>
              <a:path h="6169465" w="6096499">
                <a:moveTo>
                  <a:pt x="0" y="0"/>
                </a:moveTo>
                <a:lnTo>
                  <a:pt x="6096499" y="0"/>
                </a:lnTo>
                <a:lnTo>
                  <a:pt x="6096499" y="6169465"/>
                </a:lnTo>
                <a:lnTo>
                  <a:pt x="0" y="6169465"/>
                </a:lnTo>
                <a:lnTo>
                  <a:pt x="0" y="0"/>
                </a:lnTo>
                <a:close/>
              </a:path>
            </a:pathLst>
          </a:custGeom>
          <a:blipFill>
            <a:blip r:embed="rId8">
              <a:extLst>
                <a:ext uri="{96DAC541-7B7A-43D3-8B79-37D633B846F1}">
                  <asvg:svgBlip xmlns:asvg="http://schemas.microsoft.com/office/drawing/2016/SVG/main" r:embed="rId9"/>
                </a:ext>
              </a:extLst>
            </a:blip>
            <a:stretch>
              <a:fillRect l="-51" t="0" r="-51" b="0"/>
            </a:stretch>
          </a:blipFill>
        </p:spPr>
      </p:sp>
      <p:sp>
        <p:nvSpPr>
          <p:cNvPr name="Freeform 6" id="6"/>
          <p:cNvSpPr/>
          <p:nvPr/>
        </p:nvSpPr>
        <p:spPr>
          <a:xfrm flipH="false" flipV="false" rot="0">
            <a:off x="7425651" y="9258300"/>
            <a:ext cx="4956846" cy="4114800"/>
          </a:xfrm>
          <a:custGeom>
            <a:avLst/>
            <a:gdLst/>
            <a:ahLst/>
            <a:cxnLst/>
            <a:rect r="r" b="b" t="t" l="l"/>
            <a:pathLst>
              <a:path h="4114800" w="4956846">
                <a:moveTo>
                  <a:pt x="0" y="0"/>
                </a:moveTo>
                <a:lnTo>
                  <a:pt x="4956846" y="0"/>
                </a:lnTo>
                <a:lnTo>
                  <a:pt x="495684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57" t="0" r="-57" b="0"/>
            </a:stretch>
          </a:blipFill>
        </p:spPr>
      </p:sp>
      <p:sp>
        <p:nvSpPr>
          <p:cNvPr name="Freeform 7" id="7"/>
          <p:cNvSpPr/>
          <p:nvPr/>
        </p:nvSpPr>
        <p:spPr>
          <a:xfrm flipH="false" flipV="false" rot="-10697269">
            <a:off x="6836794" y="-2860376"/>
            <a:ext cx="4403163" cy="4114800"/>
          </a:xfrm>
          <a:custGeom>
            <a:avLst/>
            <a:gdLst/>
            <a:ahLst/>
            <a:cxnLst/>
            <a:rect r="r" b="b" t="t" l="l"/>
            <a:pathLst>
              <a:path h="4114800" w="4403163">
                <a:moveTo>
                  <a:pt x="0" y="0"/>
                </a:moveTo>
                <a:lnTo>
                  <a:pt x="4403163" y="0"/>
                </a:lnTo>
                <a:lnTo>
                  <a:pt x="4403163"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37" r="0" b="-37"/>
            </a:stretch>
          </a:blipFill>
        </p:spPr>
      </p:sp>
      <p:sp>
        <p:nvSpPr>
          <p:cNvPr name="Freeform 8" id="8"/>
          <p:cNvSpPr/>
          <p:nvPr/>
        </p:nvSpPr>
        <p:spPr>
          <a:xfrm flipH="false" flipV="false" rot="0">
            <a:off x="15428556" y="815998"/>
            <a:ext cx="2247563" cy="1357698"/>
          </a:xfrm>
          <a:custGeom>
            <a:avLst/>
            <a:gdLst/>
            <a:ahLst/>
            <a:cxnLst/>
            <a:rect r="r" b="b" t="t" l="l"/>
            <a:pathLst>
              <a:path h="1357698" w="2247563">
                <a:moveTo>
                  <a:pt x="0" y="0"/>
                </a:moveTo>
                <a:lnTo>
                  <a:pt x="2247563" y="0"/>
                </a:lnTo>
                <a:lnTo>
                  <a:pt x="2247563" y="1357698"/>
                </a:lnTo>
                <a:lnTo>
                  <a:pt x="0" y="1357698"/>
                </a:lnTo>
                <a:lnTo>
                  <a:pt x="0" y="0"/>
                </a:lnTo>
                <a:close/>
              </a:path>
            </a:pathLst>
          </a:custGeom>
          <a:blipFill>
            <a:blip r:embed="rId14">
              <a:extLst>
                <a:ext uri="{96DAC541-7B7A-43D3-8B79-37D633B846F1}">
                  <asvg:svgBlip xmlns:asvg="http://schemas.microsoft.com/office/drawing/2016/SVG/main" r:embed="rId15"/>
                </a:ext>
              </a:extLst>
            </a:blip>
            <a:stretch>
              <a:fillRect l="0" t="-153" r="0" b="-153"/>
            </a:stretch>
          </a:blipFill>
        </p:spPr>
      </p:sp>
      <p:sp>
        <p:nvSpPr>
          <p:cNvPr name="Freeform 9" id="9"/>
          <p:cNvSpPr/>
          <p:nvPr/>
        </p:nvSpPr>
        <p:spPr>
          <a:xfrm flipH="false" flipV="false" rot="0">
            <a:off x="3847083" y="-1536582"/>
            <a:ext cx="2224512" cy="2410310"/>
          </a:xfrm>
          <a:custGeom>
            <a:avLst/>
            <a:gdLst/>
            <a:ahLst/>
            <a:cxnLst/>
            <a:rect r="r" b="b" t="t" l="l"/>
            <a:pathLst>
              <a:path h="2410310" w="2224512">
                <a:moveTo>
                  <a:pt x="0" y="0"/>
                </a:moveTo>
                <a:lnTo>
                  <a:pt x="2224512" y="0"/>
                </a:lnTo>
                <a:lnTo>
                  <a:pt x="2224512" y="2410310"/>
                </a:lnTo>
                <a:lnTo>
                  <a:pt x="0" y="2410310"/>
                </a:lnTo>
                <a:lnTo>
                  <a:pt x="0" y="0"/>
                </a:lnTo>
                <a:close/>
              </a:path>
            </a:pathLst>
          </a:custGeom>
          <a:blipFill>
            <a:blip r:embed="rId16">
              <a:extLst>
                <a:ext uri="{96DAC541-7B7A-43D3-8B79-37D633B846F1}">
                  <asvg:svgBlip xmlns:asvg="http://schemas.microsoft.com/office/drawing/2016/SVG/main" r:embed="rId17"/>
                </a:ext>
              </a:extLst>
            </a:blip>
            <a:stretch>
              <a:fillRect l="0" t="-89" r="0" b="-89"/>
            </a:stretch>
          </a:blipFill>
        </p:spPr>
      </p:sp>
      <p:sp>
        <p:nvSpPr>
          <p:cNvPr name="Freeform 10" id="10"/>
          <p:cNvSpPr/>
          <p:nvPr/>
        </p:nvSpPr>
        <p:spPr>
          <a:xfrm flipH="false" flipV="false" rot="0">
            <a:off x="11300447" y="8623796"/>
            <a:ext cx="3700856" cy="3326408"/>
          </a:xfrm>
          <a:custGeom>
            <a:avLst/>
            <a:gdLst/>
            <a:ahLst/>
            <a:cxnLst/>
            <a:rect r="r" b="b" t="t" l="l"/>
            <a:pathLst>
              <a:path h="3326408" w="3700856">
                <a:moveTo>
                  <a:pt x="0" y="0"/>
                </a:moveTo>
                <a:lnTo>
                  <a:pt x="3700856" y="0"/>
                </a:lnTo>
                <a:lnTo>
                  <a:pt x="3700856" y="3326408"/>
                </a:lnTo>
                <a:lnTo>
                  <a:pt x="0" y="3326408"/>
                </a:lnTo>
                <a:lnTo>
                  <a:pt x="0" y="0"/>
                </a:lnTo>
                <a:close/>
              </a:path>
            </a:pathLst>
          </a:custGeom>
          <a:blipFill>
            <a:blip r:embed="rId18">
              <a:extLst>
                <a:ext uri="{96DAC541-7B7A-43D3-8B79-37D633B846F1}">
                  <asvg:svgBlip xmlns:asvg="http://schemas.microsoft.com/office/drawing/2016/SVG/main" r:embed="rId19"/>
                </a:ext>
              </a:extLst>
            </a:blip>
            <a:stretch>
              <a:fillRect l="0" t="-51" r="0" b="-51"/>
            </a:stretch>
          </a:blipFill>
        </p:spPr>
      </p:sp>
      <p:sp>
        <p:nvSpPr>
          <p:cNvPr name="Freeform 11" id="11"/>
          <p:cNvSpPr/>
          <p:nvPr/>
        </p:nvSpPr>
        <p:spPr>
          <a:xfrm flipH="false" flipV="false" rot="-1169111">
            <a:off x="-2399072" y="8233834"/>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2" id="12"/>
          <p:cNvSpPr/>
          <p:nvPr/>
        </p:nvSpPr>
        <p:spPr>
          <a:xfrm flipH="false" flipV="false" rot="0">
            <a:off x="16914074" y="4722009"/>
            <a:ext cx="3954044" cy="3445946"/>
          </a:xfrm>
          <a:custGeom>
            <a:avLst/>
            <a:gdLst/>
            <a:ahLst/>
            <a:cxnLst/>
            <a:rect r="r" b="b" t="t" l="l"/>
            <a:pathLst>
              <a:path h="3445946" w="3954044">
                <a:moveTo>
                  <a:pt x="0" y="0"/>
                </a:moveTo>
                <a:lnTo>
                  <a:pt x="3954044" y="0"/>
                </a:lnTo>
                <a:lnTo>
                  <a:pt x="3954044" y="3445946"/>
                </a:lnTo>
                <a:lnTo>
                  <a:pt x="0" y="3445946"/>
                </a:lnTo>
                <a:lnTo>
                  <a:pt x="0" y="0"/>
                </a:lnTo>
                <a:close/>
              </a:path>
            </a:pathLst>
          </a:custGeom>
          <a:blipFill>
            <a:blip r:embed="rId22">
              <a:extLst>
                <a:ext uri="{96DAC541-7B7A-43D3-8B79-37D633B846F1}">
                  <asvg:svgBlip xmlns:asvg="http://schemas.microsoft.com/office/drawing/2016/SVG/main" r:embed="rId23"/>
                </a:ext>
              </a:extLst>
            </a:blip>
            <a:stretch>
              <a:fillRect l="0" t="-62" r="0" b="-62"/>
            </a:stretch>
          </a:blipFill>
        </p:spPr>
      </p:sp>
      <p:sp>
        <p:nvSpPr>
          <p:cNvPr name="Freeform 13" id="13"/>
          <p:cNvSpPr/>
          <p:nvPr/>
        </p:nvSpPr>
        <p:spPr>
          <a:xfrm flipH="false" flipV="false" rot="0">
            <a:off x="4651577" y="92583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l="0" t="-34" r="0" b="-34"/>
            </a:stretch>
          </a:blipFill>
        </p:spPr>
      </p:sp>
      <p:sp>
        <p:nvSpPr>
          <p:cNvPr name="Freeform 14" id="14"/>
          <p:cNvSpPr/>
          <p:nvPr/>
        </p:nvSpPr>
        <p:spPr>
          <a:xfrm flipH="false" flipV="false" rot="-3601192">
            <a:off x="-2043547" y="3332263"/>
            <a:ext cx="3407048" cy="3170826"/>
          </a:xfrm>
          <a:custGeom>
            <a:avLst/>
            <a:gdLst/>
            <a:ahLst/>
            <a:cxnLst/>
            <a:rect r="r" b="b" t="t" l="l"/>
            <a:pathLst>
              <a:path h="3170826" w="3407048">
                <a:moveTo>
                  <a:pt x="0" y="0"/>
                </a:moveTo>
                <a:lnTo>
                  <a:pt x="3407048" y="0"/>
                </a:lnTo>
                <a:lnTo>
                  <a:pt x="3407048" y="3170826"/>
                </a:lnTo>
                <a:lnTo>
                  <a:pt x="0" y="3170826"/>
                </a:lnTo>
                <a:lnTo>
                  <a:pt x="0" y="0"/>
                </a:lnTo>
                <a:close/>
              </a:path>
            </a:pathLst>
          </a:custGeom>
          <a:blipFill>
            <a:blip r:embed="rId26">
              <a:extLst>
                <a:ext uri="{96DAC541-7B7A-43D3-8B79-37D633B846F1}">
                  <asvg:svgBlip xmlns:asvg="http://schemas.microsoft.com/office/drawing/2016/SVG/main" r:embed="rId27"/>
                </a:ext>
              </a:extLst>
            </a:blip>
            <a:stretch>
              <a:fillRect l="0" t="-123" r="0" b="-123"/>
            </a:stretch>
          </a:blipFill>
        </p:spPr>
      </p:sp>
      <p:sp>
        <p:nvSpPr>
          <p:cNvPr name="Freeform 15" id="15"/>
          <p:cNvSpPr/>
          <p:nvPr/>
        </p:nvSpPr>
        <p:spPr>
          <a:xfrm flipH="false" flipV="false" rot="9893321">
            <a:off x="17381624" y="-626702"/>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6" id="16"/>
          <p:cNvSpPr/>
          <p:nvPr/>
        </p:nvSpPr>
        <p:spPr>
          <a:xfrm flipH="false" flipV="false" rot="0">
            <a:off x="9904074" y="-30861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8">
              <a:extLst>
                <a:ext uri="{96DAC541-7B7A-43D3-8B79-37D633B846F1}">
                  <asvg:svgBlip xmlns:asvg="http://schemas.microsoft.com/office/drawing/2016/SVG/main" r:embed="rId29"/>
                </a:ext>
              </a:extLst>
            </a:blip>
            <a:stretch>
              <a:fillRect l="0" t="-34" r="0" b="-34"/>
            </a:stretch>
          </a:blipFill>
        </p:spPr>
      </p:sp>
      <p:sp>
        <p:nvSpPr>
          <p:cNvPr name="TextBox 17" id="17"/>
          <p:cNvSpPr txBox="true"/>
          <p:nvPr/>
        </p:nvSpPr>
        <p:spPr>
          <a:xfrm rot="0">
            <a:off x="3599358" y="2840144"/>
            <a:ext cx="11089283" cy="4434059"/>
          </a:xfrm>
          <a:prstGeom prst="rect">
            <a:avLst/>
          </a:prstGeom>
        </p:spPr>
        <p:txBody>
          <a:bodyPr anchor="t" rtlCol="false" tIns="0" lIns="0" bIns="0" rIns="0">
            <a:spAutoFit/>
          </a:bodyPr>
          <a:lstStyle/>
          <a:p>
            <a:pPr algn="ctr">
              <a:lnSpc>
                <a:spcPts val="12747"/>
              </a:lnSpc>
            </a:pPr>
            <a:r>
              <a:rPr lang="en-US" sz="16342" b="true">
                <a:solidFill>
                  <a:srgbClr val="1E539A"/>
                </a:solidFill>
                <a:latin typeface="Thicker Bold"/>
                <a:ea typeface="Thicker Bold"/>
                <a:cs typeface="Thicker Bold"/>
                <a:sym typeface="Thicker Bold"/>
              </a:rPr>
              <a:t>PRESENSI DIGITAL</a:t>
            </a:r>
          </a:p>
        </p:txBody>
      </p:sp>
      <p:sp>
        <p:nvSpPr>
          <p:cNvPr name="TextBox 18" id="18"/>
          <p:cNvSpPr txBox="true"/>
          <p:nvPr/>
        </p:nvSpPr>
        <p:spPr>
          <a:xfrm rot="0">
            <a:off x="-193626" y="6729721"/>
            <a:ext cx="18675251" cy="2476418"/>
          </a:xfrm>
          <a:prstGeom prst="rect">
            <a:avLst/>
          </a:prstGeom>
        </p:spPr>
        <p:txBody>
          <a:bodyPr anchor="t" rtlCol="false" tIns="0" lIns="0" bIns="0" rIns="0">
            <a:spAutoFit/>
          </a:bodyPr>
          <a:lstStyle/>
          <a:p>
            <a:pPr algn="ctr">
              <a:lnSpc>
                <a:spcPts val="5728"/>
              </a:lnSpc>
            </a:pPr>
            <a:r>
              <a:rPr lang="en-US" sz="4092">
                <a:solidFill>
                  <a:srgbClr val="1E539A"/>
                </a:solidFill>
                <a:latin typeface="Agrandir"/>
                <a:ea typeface="Agrandir"/>
                <a:cs typeface="Agrandir"/>
                <a:sym typeface="Agrandir"/>
              </a:rPr>
              <a:t>Disusun oleh Kelompok Radifan Rio</a:t>
            </a:r>
          </a:p>
          <a:p>
            <a:pPr algn="ctr">
              <a:lnSpc>
                <a:spcPts val="5728"/>
              </a:lnSpc>
            </a:pPr>
            <a:r>
              <a:rPr lang="en-US" sz="4092">
                <a:solidFill>
                  <a:srgbClr val="1E539A"/>
                </a:solidFill>
                <a:latin typeface="Agrandir"/>
                <a:ea typeface="Agrandir"/>
                <a:cs typeface="Agrandir"/>
                <a:sym typeface="Agrandir"/>
              </a:rPr>
              <a:t>SMK ASTRINDO-KELAS XTKJ 2</a:t>
            </a:r>
          </a:p>
          <a:p>
            <a:pPr algn="ctr">
              <a:lnSpc>
                <a:spcPts val="5728"/>
              </a:lnSpc>
            </a:pPr>
            <a:r>
              <a:rPr lang="en-US" sz="4092">
                <a:solidFill>
                  <a:srgbClr val="1E539A"/>
                </a:solidFill>
                <a:latin typeface="Agrandir"/>
                <a:ea typeface="Agrandir"/>
                <a:cs typeface="Agrandir"/>
                <a:sym typeface="Agrandir"/>
              </a:rPr>
              <a:t>28 oktober 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395805">
            <a:off x="-1199178" y="6686550"/>
            <a:ext cx="4455755" cy="7200900"/>
          </a:xfrm>
          <a:custGeom>
            <a:avLst/>
            <a:gdLst/>
            <a:ahLst/>
            <a:cxnLst/>
            <a:rect r="r" b="b" t="t" l="l"/>
            <a:pathLst>
              <a:path h="7200900" w="4455755">
                <a:moveTo>
                  <a:pt x="0" y="0"/>
                </a:moveTo>
                <a:lnTo>
                  <a:pt x="4455755" y="0"/>
                </a:lnTo>
                <a:lnTo>
                  <a:pt x="445575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21" t="0" r="-21" b="0"/>
            </a:stretch>
          </a:blipFill>
        </p:spPr>
      </p:sp>
      <p:sp>
        <p:nvSpPr>
          <p:cNvPr name="Freeform 3" id="3"/>
          <p:cNvSpPr/>
          <p:nvPr/>
        </p:nvSpPr>
        <p:spPr>
          <a:xfrm flipH="false" flipV="false" rot="-2387687">
            <a:off x="15133174" y="-3086100"/>
            <a:ext cx="4252252" cy="6172200"/>
          </a:xfrm>
          <a:custGeom>
            <a:avLst/>
            <a:gdLst/>
            <a:ahLst/>
            <a:cxnLst/>
            <a:rect r="r" b="b" t="t" l="l"/>
            <a:pathLst>
              <a:path h="6172200" w="4252252">
                <a:moveTo>
                  <a:pt x="0" y="0"/>
                </a:moveTo>
                <a:lnTo>
                  <a:pt x="4252252" y="0"/>
                </a:lnTo>
                <a:lnTo>
                  <a:pt x="4252252" y="6172200"/>
                </a:lnTo>
                <a:lnTo>
                  <a:pt x="0" y="6172200"/>
                </a:lnTo>
                <a:lnTo>
                  <a:pt x="0" y="0"/>
                </a:lnTo>
                <a:close/>
              </a:path>
            </a:pathLst>
          </a:custGeom>
          <a:blipFill>
            <a:blip r:embed="rId4">
              <a:extLst>
                <a:ext uri="{96DAC541-7B7A-43D3-8B79-37D633B846F1}">
                  <asvg:svgBlip xmlns:asvg="http://schemas.microsoft.com/office/drawing/2016/SVG/main" r:embed="rId5"/>
                </a:ext>
              </a:extLst>
            </a:blip>
            <a:stretch>
              <a:fillRect l="0" t="-13" r="0" b="-13"/>
            </a:stretch>
          </a:blipFill>
        </p:spPr>
      </p:sp>
      <p:sp>
        <p:nvSpPr>
          <p:cNvPr name="Freeform 4" id="4"/>
          <p:cNvSpPr/>
          <p:nvPr/>
        </p:nvSpPr>
        <p:spPr>
          <a:xfrm flipH="false" flipV="false" rot="0">
            <a:off x="14547224" y="7476754"/>
            <a:ext cx="5424153" cy="5620493"/>
          </a:xfrm>
          <a:custGeom>
            <a:avLst/>
            <a:gdLst/>
            <a:ahLst/>
            <a:cxnLst/>
            <a:rect r="r" b="b" t="t" l="l"/>
            <a:pathLst>
              <a:path h="5620493" w="5424153">
                <a:moveTo>
                  <a:pt x="0" y="0"/>
                </a:moveTo>
                <a:lnTo>
                  <a:pt x="5424153" y="0"/>
                </a:lnTo>
                <a:lnTo>
                  <a:pt x="5424153" y="5620493"/>
                </a:lnTo>
                <a:lnTo>
                  <a:pt x="0" y="5620493"/>
                </a:lnTo>
                <a:lnTo>
                  <a:pt x="0" y="0"/>
                </a:lnTo>
                <a:close/>
              </a:path>
            </a:pathLst>
          </a:custGeom>
          <a:blipFill>
            <a:blip r:embed="rId6">
              <a:extLst>
                <a:ext uri="{96DAC541-7B7A-43D3-8B79-37D633B846F1}">
                  <asvg:svgBlip xmlns:asvg="http://schemas.microsoft.com/office/drawing/2016/SVG/main" r:embed="rId7"/>
                </a:ext>
              </a:extLst>
            </a:blip>
            <a:stretch>
              <a:fillRect l="0" t="-31" r="0" b="-31"/>
            </a:stretch>
          </a:blipFill>
        </p:spPr>
      </p:sp>
      <p:sp>
        <p:nvSpPr>
          <p:cNvPr name="Freeform 5" id="5"/>
          <p:cNvSpPr/>
          <p:nvPr/>
        </p:nvSpPr>
        <p:spPr>
          <a:xfrm flipH="false" flipV="false" rot="0">
            <a:off x="-2564556" y="-3084733"/>
            <a:ext cx="6096499" cy="6169465"/>
          </a:xfrm>
          <a:custGeom>
            <a:avLst/>
            <a:gdLst/>
            <a:ahLst/>
            <a:cxnLst/>
            <a:rect r="r" b="b" t="t" l="l"/>
            <a:pathLst>
              <a:path h="6169465" w="6096499">
                <a:moveTo>
                  <a:pt x="0" y="0"/>
                </a:moveTo>
                <a:lnTo>
                  <a:pt x="6096499" y="0"/>
                </a:lnTo>
                <a:lnTo>
                  <a:pt x="6096499" y="6169465"/>
                </a:lnTo>
                <a:lnTo>
                  <a:pt x="0" y="6169465"/>
                </a:lnTo>
                <a:lnTo>
                  <a:pt x="0" y="0"/>
                </a:lnTo>
                <a:close/>
              </a:path>
            </a:pathLst>
          </a:custGeom>
          <a:blipFill>
            <a:blip r:embed="rId8">
              <a:extLst>
                <a:ext uri="{96DAC541-7B7A-43D3-8B79-37D633B846F1}">
                  <asvg:svgBlip xmlns:asvg="http://schemas.microsoft.com/office/drawing/2016/SVG/main" r:embed="rId9"/>
                </a:ext>
              </a:extLst>
            </a:blip>
            <a:stretch>
              <a:fillRect l="-51" t="0" r="-51" b="0"/>
            </a:stretch>
          </a:blipFill>
        </p:spPr>
      </p:sp>
      <p:sp>
        <p:nvSpPr>
          <p:cNvPr name="Freeform 6" id="6"/>
          <p:cNvSpPr/>
          <p:nvPr/>
        </p:nvSpPr>
        <p:spPr>
          <a:xfrm flipH="false" flipV="false" rot="0">
            <a:off x="7425651" y="9258300"/>
            <a:ext cx="4956846" cy="4114800"/>
          </a:xfrm>
          <a:custGeom>
            <a:avLst/>
            <a:gdLst/>
            <a:ahLst/>
            <a:cxnLst/>
            <a:rect r="r" b="b" t="t" l="l"/>
            <a:pathLst>
              <a:path h="4114800" w="4956846">
                <a:moveTo>
                  <a:pt x="0" y="0"/>
                </a:moveTo>
                <a:lnTo>
                  <a:pt x="4956846" y="0"/>
                </a:lnTo>
                <a:lnTo>
                  <a:pt x="495684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57" t="0" r="-57" b="0"/>
            </a:stretch>
          </a:blipFill>
        </p:spPr>
      </p:sp>
      <p:sp>
        <p:nvSpPr>
          <p:cNvPr name="Freeform 7" id="7"/>
          <p:cNvSpPr/>
          <p:nvPr/>
        </p:nvSpPr>
        <p:spPr>
          <a:xfrm flipH="false" flipV="false" rot="-10697269">
            <a:off x="6836794" y="-2860376"/>
            <a:ext cx="4403163" cy="4114800"/>
          </a:xfrm>
          <a:custGeom>
            <a:avLst/>
            <a:gdLst/>
            <a:ahLst/>
            <a:cxnLst/>
            <a:rect r="r" b="b" t="t" l="l"/>
            <a:pathLst>
              <a:path h="4114800" w="4403163">
                <a:moveTo>
                  <a:pt x="0" y="0"/>
                </a:moveTo>
                <a:lnTo>
                  <a:pt x="4403163" y="0"/>
                </a:lnTo>
                <a:lnTo>
                  <a:pt x="4403163"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37" r="0" b="-37"/>
            </a:stretch>
          </a:blipFill>
        </p:spPr>
      </p:sp>
      <p:sp>
        <p:nvSpPr>
          <p:cNvPr name="Freeform 8" id="8"/>
          <p:cNvSpPr/>
          <p:nvPr/>
        </p:nvSpPr>
        <p:spPr>
          <a:xfrm flipH="false" flipV="false" rot="0">
            <a:off x="15428556" y="815998"/>
            <a:ext cx="2247563" cy="1357698"/>
          </a:xfrm>
          <a:custGeom>
            <a:avLst/>
            <a:gdLst/>
            <a:ahLst/>
            <a:cxnLst/>
            <a:rect r="r" b="b" t="t" l="l"/>
            <a:pathLst>
              <a:path h="1357698" w="2247563">
                <a:moveTo>
                  <a:pt x="0" y="0"/>
                </a:moveTo>
                <a:lnTo>
                  <a:pt x="2247563" y="0"/>
                </a:lnTo>
                <a:lnTo>
                  <a:pt x="2247563" y="1357698"/>
                </a:lnTo>
                <a:lnTo>
                  <a:pt x="0" y="1357698"/>
                </a:lnTo>
                <a:lnTo>
                  <a:pt x="0" y="0"/>
                </a:lnTo>
                <a:close/>
              </a:path>
            </a:pathLst>
          </a:custGeom>
          <a:blipFill>
            <a:blip r:embed="rId14">
              <a:extLst>
                <a:ext uri="{96DAC541-7B7A-43D3-8B79-37D633B846F1}">
                  <asvg:svgBlip xmlns:asvg="http://schemas.microsoft.com/office/drawing/2016/SVG/main" r:embed="rId15"/>
                </a:ext>
              </a:extLst>
            </a:blip>
            <a:stretch>
              <a:fillRect l="0" t="-153" r="0" b="-153"/>
            </a:stretch>
          </a:blipFill>
        </p:spPr>
      </p:sp>
      <p:sp>
        <p:nvSpPr>
          <p:cNvPr name="Freeform 9" id="9"/>
          <p:cNvSpPr/>
          <p:nvPr/>
        </p:nvSpPr>
        <p:spPr>
          <a:xfrm flipH="false" flipV="false" rot="0">
            <a:off x="3847083" y="-1536582"/>
            <a:ext cx="2224512" cy="2410310"/>
          </a:xfrm>
          <a:custGeom>
            <a:avLst/>
            <a:gdLst/>
            <a:ahLst/>
            <a:cxnLst/>
            <a:rect r="r" b="b" t="t" l="l"/>
            <a:pathLst>
              <a:path h="2410310" w="2224512">
                <a:moveTo>
                  <a:pt x="0" y="0"/>
                </a:moveTo>
                <a:lnTo>
                  <a:pt x="2224512" y="0"/>
                </a:lnTo>
                <a:lnTo>
                  <a:pt x="2224512" y="2410310"/>
                </a:lnTo>
                <a:lnTo>
                  <a:pt x="0" y="2410310"/>
                </a:lnTo>
                <a:lnTo>
                  <a:pt x="0" y="0"/>
                </a:lnTo>
                <a:close/>
              </a:path>
            </a:pathLst>
          </a:custGeom>
          <a:blipFill>
            <a:blip r:embed="rId16">
              <a:extLst>
                <a:ext uri="{96DAC541-7B7A-43D3-8B79-37D633B846F1}">
                  <asvg:svgBlip xmlns:asvg="http://schemas.microsoft.com/office/drawing/2016/SVG/main" r:embed="rId17"/>
                </a:ext>
              </a:extLst>
            </a:blip>
            <a:stretch>
              <a:fillRect l="0" t="-89" r="0" b="-89"/>
            </a:stretch>
          </a:blipFill>
        </p:spPr>
      </p:sp>
      <p:sp>
        <p:nvSpPr>
          <p:cNvPr name="Freeform 10" id="10"/>
          <p:cNvSpPr/>
          <p:nvPr/>
        </p:nvSpPr>
        <p:spPr>
          <a:xfrm flipH="false" flipV="false" rot="0">
            <a:off x="11300447" y="8623796"/>
            <a:ext cx="3700856" cy="3326408"/>
          </a:xfrm>
          <a:custGeom>
            <a:avLst/>
            <a:gdLst/>
            <a:ahLst/>
            <a:cxnLst/>
            <a:rect r="r" b="b" t="t" l="l"/>
            <a:pathLst>
              <a:path h="3326408" w="3700856">
                <a:moveTo>
                  <a:pt x="0" y="0"/>
                </a:moveTo>
                <a:lnTo>
                  <a:pt x="3700856" y="0"/>
                </a:lnTo>
                <a:lnTo>
                  <a:pt x="3700856" y="3326408"/>
                </a:lnTo>
                <a:lnTo>
                  <a:pt x="0" y="3326408"/>
                </a:lnTo>
                <a:lnTo>
                  <a:pt x="0" y="0"/>
                </a:lnTo>
                <a:close/>
              </a:path>
            </a:pathLst>
          </a:custGeom>
          <a:blipFill>
            <a:blip r:embed="rId18">
              <a:extLst>
                <a:ext uri="{96DAC541-7B7A-43D3-8B79-37D633B846F1}">
                  <asvg:svgBlip xmlns:asvg="http://schemas.microsoft.com/office/drawing/2016/SVG/main" r:embed="rId19"/>
                </a:ext>
              </a:extLst>
            </a:blip>
            <a:stretch>
              <a:fillRect l="0" t="-51" r="0" b="-51"/>
            </a:stretch>
          </a:blipFill>
        </p:spPr>
      </p:sp>
      <p:sp>
        <p:nvSpPr>
          <p:cNvPr name="Freeform 11" id="11"/>
          <p:cNvSpPr/>
          <p:nvPr/>
        </p:nvSpPr>
        <p:spPr>
          <a:xfrm flipH="false" flipV="false" rot="-1169111">
            <a:off x="-2399072" y="8233834"/>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2" id="12"/>
          <p:cNvSpPr/>
          <p:nvPr/>
        </p:nvSpPr>
        <p:spPr>
          <a:xfrm flipH="false" flipV="false" rot="0">
            <a:off x="16914074" y="4722009"/>
            <a:ext cx="3954044" cy="3445946"/>
          </a:xfrm>
          <a:custGeom>
            <a:avLst/>
            <a:gdLst/>
            <a:ahLst/>
            <a:cxnLst/>
            <a:rect r="r" b="b" t="t" l="l"/>
            <a:pathLst>
              <a:path h="3445946" w="3954044">
                <a:moveTo>
                  <a:pt x="0" y="0"/>
                </a:moveTo>
                <a:lnTo>
                  <a:pt x="3954044" y="0"/>
                </a:lnTo>
                <a:lnTo>
                  <a:pt x="3954044" y="3445946"/>
                </a:lnTo>
                <a:lnTo>
                  <a:pt x="0" y="3445946"/>
                </a:lnTo>
                <a:lnTo>
                  <a:pt x="0" y="0"/>
                </a:lnTo>
                <a:close/>
              </a:path>
            </a:pathLst>
          </a:custGeom>
          <a:blipFill>
            <a:blip r:embed="rId22">
              <a:extLst>
                <a:ext uri="{96DAC541-7B7A-43D3-8B79-37D633B846F1}">
                  <asvg:svgBlip xmlns:asvg="http://schemas.microsoft.com/office/drawing/2016/SVG/main" r:embed="rId23"/>
                </a:ext>
              </a:extLst>
            </a:blip>
            <a:stretch>
              <a:fillRect l="0" t="-62" r="0" b="-62"/>
            </a:stretch>
          </a:blipFill>
        </p:spPr>
      </p:sp>
      <p:sp>
        <p:nvSpPr>
          <p:cNvPr name="Freeform 13" id="13"/>
          <p:cNvSpPr/>
          <p:nvPr/>
        </p:nvSpPr>
        <p:spPr>
          <a:xfrm flipH="false" flipV="false" rot="0">
            <a:off x="4651577" y="92583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l="0" t="-34" r="0" b="-34"/>
            </a:stretch>
          </a:blipFill>
        </p:spPr>
      </p:sp>
      <p:sp>
        <p:nvSpPr>
          <p:cNvPr name="Freeform 14" id="14"/>
          <p:cNvSpPr/>
          <p:nvPr/>
        </p:nvSpPr>
        <p:spPr>
          <a:xfrm flipH="false" flipV="false" rot="-3601192">
            <a:off x="-2043547" y="3332263"/>
            <a:ext cx="3407048" cy="3170826"/>
          </a:xfrm>
          <a:custGeom>
            <a:avLst/>
            <a:gdLst/>
            <a:ahLst/>
            <a:cxnLst/>
            <a:rect r="r" b="b" t="t" l="l"/>
            <a:pathLst>
              <a:path h="3170826" w="3407048">
                <a:moveTo>
                  <a:pt x="0" y="0"/>
                </a:moveTo>
                <a:lnTo>
                  <a:pt x="3407048" y="0"/>
                </a:lnTo>
                <a:lnTo>
                  <a:pt x="3407048" y="3170826"/>
                </a:lnTo>
                <a:lnTo>
                  <a:pt x="0" y="3170826"/>
                </a:lnTo>
                <a:lnTo>
                  <a:pt x="0" y="0"/>
                </a:lnTo>
                <a:close/>
              </a:path>
            </a:pathLst>
          </a:custGeom>
          <a:blipFill>
            <a:blip r:embed="rId26">
              <a:extLst>
                <a:ext uri="{96DAC541-7B7A-43D3-8B79-37D633B846F1}">
                  <asvg:svgBlip xmlns:asvg="http://schemas.microsoft.com/office/drawing/2016/SVG/main" r:embed="rId27"/>
                </a:ext>
              </a:extLst>
            </a:blip>
            <a:stretch>
              <a:fillRect l="0" t="-123" r="0" b="-123"/>
            </a:stretch>
          </a:blipFill>
        </p:spPr>
      </p:sp>
      <p:sp>
        <p:nvSpPr>
          <p:cNvPr name="Freeform 15" id="15"/>
          <p:cNvSpPr/>
          <p:nvPr/>
        </p:nvSpPr>
        <p:spPr>
          <a:xfrm flipH="false" flipV="false" rot="9893321">
            <a:off x="17381624" y="-626702"/>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6" id="16"/>
          <p:cNvSpPr/>
          <p:nvPr/>
        </p:nvSpPr>
        <p:spPr>
          <a:xfrm flipH="false" flipV="false" rot="0">
            <a:off x="9904074" y="-30861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8">
              <a:extLst>
                <a:ext uri="{96DAC541-7B7A-43D3-8B79-37D633B846F1}">
                  <asvg:svgBlip xmlns:asvg="http://schemas.microsoft.com/office/drawing/2016/SVG/main" r:embed="rId29"/>
                </a:ext>
              </a:extLst>
            </a:blip>
            <a:stretch>
              <a:fillRect l="0" t="-34" r="0" b="-34"/>
            </a:stretch>
          </a:blipFill>
        </p:spPr>
      </p:sp>
      <p:sp>
        <p:nvSpPr>
          <p:cNvPr name="TextBox 17" id="17"/>
          <p:cNvSpPr txBox="true"/>
          <p:nvPr/>
        </p:nvSpPr>
        <p:spPr>
          <a:xfrm rot="0">
            <a:off x="1733748" y="3503385"/>
            <a:ext cx="16340652" cy="4861242"/>
          </a:xfrm>
          <a:prstGeom prst="rect">
            <a:avLst/>
          </a:prstGeom>
        </p:spPr>
        <p:txBody>
          <a:bodyPr anchor="t" rtlCol="false" tIns="0" lIns="0" bIns="0" rIns="0">
            <a:spAutoFit/>
          </a:bodyPr>
          <a:lstStyle/>
          <a:p>
            <a:pPr algn="l">
              <a:lnSpc>
                <a:spcPts val="3122"/>
              </a:lnSpc>
            </a:pPr>
            <a:r>
              <a:rPr lang="en-US" sz="2230">
                <a:solidFill>
                  <a:srgbClr val="000000"/>
                </a:solidFill>
                <a:latin typeface="Agrandir"/>
                <a:ea typeface="Agrandir"/>
                <a:cs typeface="Agrandir"/>
                <a:sym typeface="Agrandir"/>
              </a:rPr>
              <a:t>Perkembangan teknologi informasi dan komunikasi di era revolusi industri 4.0 telah membawa perubahan besar dalam berbagai bidang kehidupan, termasuk dalam sistem administrasi di Sebelumnya, sistem kehadiran masih dilakukan secara manual, misalnya dengan tanda tangan di kertas atau pencatatan buku absensi. Cara ini sering menimbulkan berbagai permasalahan, seperti kecurangan (titip absen), data yang kurang akurat, serta pengolahan informasi yang memakan waktu lama. Oleh karena itu, dibutuhkan sistem yang lebih efisien, akurat, dan real-time untuk mendukung kegiatan administrasi. pendidikan maupun dunia kerja. Salah satu penerapan teknologi tersebut adalah presensi digital, yaitu sistem pencatatan kehadiran yang dilakukan secara otomatis menggunakan perangkat elektronik.Presensi digital hadir sebagai solusi modern dengan memanfaatkan teknologi biometrik, QR Code, GPS, dan basis data online. Sistem ini memungkinkan pencatatan kehadiran dilakukan secara otomatis dan tersimpan langsung di dalam database terpusat, sehingga memudahkan pengawasan serta pelaporan kehadiran.</a:t>
            </a:r>
          </a:p>
          <a:p>
            <a:pPr algn="l">
              <a:lnSpc>
                <a:spcPts val="3122"/>
              </a:lnSpc>
            </a:pPr>
            <a:r>
              <a:rPr lang="en-US" sz="2230">
                <a:solidFill>
                  <a:srgbClr val="000000"/>
                </a:solidFill>
                <a:latin typeface="Agrandir"/>
                <a:ea typeface="Agrandir"/>
                <a:cs typeface="Agrandir"/>
                <a:sym typeface="Agrandir"/>
              </a:rPr>
              <a:t>Melalui penerapan presensi digital, diharapkan proses pendataan kehadiran dapat dilakukan dengan lebih cepat, transparan, dan efisien, sekaligus mendukung transformasi menuju sistem kerja dan pendidikan berbasis digital.</a:t>
            </a:r>
          </a:p>
        </p:txBody>
      </p:sp>
      <p:sp>
        <p:nvSpPr>
          <p:cNvPr name="TextBox 18" id="18"/>
          <p:cNvSpPr txBox="true"/>
          <p:nvPr/>
        </p:nvSpPr>
        <p:spPr>
          <a:xfrm rot="0">
            <a:off x="4745671" y="1317588"/>
            <a:ext cx="8979437" cy="2733734"/>
          </a:xfrm>
          <a:prstGeom prst="rect">
            <a:avLst/>
          </a:prstGeom>
        </p:spPr>
        <p:txBody>
          <a:bodyPr anchor="t" rtlCol="false" tIns="0" lIns="0" bIns="0" rIns="0">
            <a:spAutoFit/>
          </a:bodyPr>
          <a:lstStyle/>
          <a:p>
            <a:pPr algn="ctr">
              <a:lnSpc>
                <a:spcPts val="7799"/>
              </a:lnSpc>
            </a:pPr>
            <a:r>
              <a:rPr lang="en-US" sz="10001" b="true">
                <a:solidFill>
                  <a:srgbClr val="1E539A"/>
                </a:solidFill>
                <a:latin typeface="Thicker Bold"/>
                <a:ea typeface="Thicker Bold"/>
                <a:cs typeface="Thicker Bold"/>
                <a:sym typeface="Thicker Bold"/>
              </a:rPr>
              <a:t>LATAR BELAKANG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395805">
            <a:off x="-1199178" y="6686550"/>
            <a:ext cx="4455755" cy="7200900"/>
          </a:xfrm>
          <a:custGeom>
            <a:avLst/>
            <a:gdLst/>
            <a:ahLst/>
            <a:cxnLst/>
            <a:rect r="r" b="b" t="t" l="l"/>
            <a:pathLst>
              <a:path h="7200900" w="4455755">
                <a:moveTo>
                  <a:pt x="0" y="0"/>
                </a:moveTo>
                <a:lnTo>
                  <a:pt x="4455755" y="0"/>
                </a:lnTo>
                <a:lnTo>
                  <a:pt x="445575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21" t="0" r="-21" b="0"/>
            </a:stretch>
          </a:blipFill>
        </p:spPr>
      </p:sp>
      <p:sp>
        <p:nvSpPr>
          <p:cNvPr name="Freeform 3" id="3"/>
          <p:cNvSpPr/>
          <p:nvPr/>
        </p:nvSpPr>
        <p:spPr>
          <a:xfrm flipH="false" flipV="false" rot="-2387687">
            <a:off x="15133174" y="-3086100"/>
            <a:ext cx="4252252" cy="6172200"/>
          </a:xfrm>
          <a:custGeom>
            <a:avLst/>
            <a:gdLst/>
            <a:ahLst/>
            <a:cxnLst/>
            <a:rect r="r" b="b" t="t" l="l"/>
            <a:pathLst>
              <a:path h="6172200" w="4252252">
                <a:moveTo>
                  <a:pt x="0" y="0"/>
                </a:moveTo>
                <a:lnTo>
                  <a:pt x="4252252" y="0"/>
                </a:lnTo>
                <a:lnTo>
                  <a:pt x="4252252" y="6172200"/>
                </a:lnTo>
                <a:lnTo>
                  <a:pt x="0" y="6172200"/>
                </a:lnTo>
                <a:lnTo>
                  <a:pt x="0" y="0"/>
                </a:lnTo>
                <a:close/>
              </a:path>
            </a:pathLst>
          </a:custGeom>
          <a:blipFill>
            <a:blip r:embed="rId4">
              <a:extLst>
                <a:ext uri="{96DAC541-7B7A-43D3-8B79-37D633B846F1}">
                  <asvg:svgBlip xmlns:asvg="http://schemas.microsoft.com/office/drawing/2016/SVG/main" r:embed="rId5"/>
                </a:ext>
              </a:extLst>
            </a:blip>
            <a:stretch>
              <a:fillRect l="0" t="-13" r="0" b="-13"/>
            </a:stretch>
          </a:blipFill>
        </p:spPr>
      </p:sp>
      <p:sp>
        <p:nvSpPr>
          <p:cNvPr name="Freeform 4" id="4"/>
          <p:cNvSpPr/>
          <p:nvPr/>
        </p:nvSpPr>
        <p:spPr>
          <a:xfrm flipH="false" flipV="false" rot="0">
            <a:off x="14547224" y="7476754"/>
            <a:ext cx="5424153" cy="5620493"/>
          </a:xfrm>
          <a:custGeom>
            <a:avLst/>
            <a:gdLst/>
            <a:ahLst/>
            <a:cxnLst/>
            <a:rect r="r" b="b" t="t" l="l"/>
            <a:pathLst>
              <a:path h="5620493" w="5424153">
                <a:moveTo>
                  <a:pt x="0" y="0"/>
                </a:moveTo>
                <a:lnTo>
                  <a:pt x="5424153" y="0"/>
                </a:lnTo>
                <a:lnTo>
                  <a:pt x="5424153" y="5620493"/>
                </a:lnTo>
                <a:lnTo>
                  <a:pt x="0" y="5620493"/>
                </a:lnTo>
                <a:lnTo>
                  <a:pt x="0" y="0"/>
                </a:lnTo>
                <a:close/>
              </a:path>
            </a:pathLst>
          </a:custGeom>
          <a:blipFill>
            <a:blip r:embed="rId6">
              <a:extLst>
                <a:ext uri="{96DAC541-7B7A-43D3-8B79-37D633B846F1}">
                  <asvg:svgBlip xmlns:asvg="http://schemas.microsoft.com/office/drawing/2016/SVG/main" r:embed="rId7"/>
                </a:ext>
              </a:extLst>
            </a:blip>
            <a:stretch>
              <a:fillRect l="0" t="-31" r="0" b="-31"/>
            </a:stretch>
          </a:blipFill>
        </p:spPr>
      </p:sp>
      <p:sp>
        <p:nvSpPr>
          <p:cNvPr name="Freeform 5" id="5"/>
          <p:cNvSpPr/>
          <p:nvPr/>
        </p:nvSpPr>
        <p:spPr>
          <a:xfrm flipH="false" flipV="false" rot="0">
            <a:off x="-2564556" y="-3084733"/>
            <a:ext cx="6096499" cy="6169465"/>
          </a:xfrm>
          <a:custGeom>
            <a:avLst/>
            <a:gdLst/>
            <a:ahLst/>
            <a:cxnLst/>
            <a:rect r="r" b="b" t="t" l="l"/>
            <a:pathLst>
              <a:path h="6169465" w="6096499">
                <a:moveTo>
                  <a:pt x="0" y="0"/>
                </a:moveTo>
                <a:lnTo>
                  <a:pt x="6096499" y="0"/>
                </a:lnTo>
                <a:lnTo>
                  <a:pt x="6096499" y="6169465"/>
                </a:lnTo>
                <a:lnTo>
                  <a:pt x="0" y="6169465"/>
                </a:lnTo>
                <a:lnTo>
                  <a:pt x="0" y="0"/>
                </a:lnTo>
                <a:close/>
              </a:path>
            </a:pathLst>
          </a:custGeom>
          <a:blipFill>
            <a:blip r:embed="rId8">
              <a:extLst>
                <a:ext uri="{96DAC541-7B7A-43D3-8B79-37D633B846F1}">
                  <asvg:svgBlip xmlns:asvg="http://schemas.microsoft.com/office/drawing/2016/SVG/main" r:embed="rId9"/>
                </a:ext>
              </a:extLst>
            </a:blip>
            <a:stretch>
              <a:fillRect l="-51" t="0" r="-51" b="0"/>
            </a:stretch>
          </a:blipFill>
        </p:spPr>
      </p:sp>
      <p:sp>
        <p:nvSpPr>
          <p:cNvPr name="Freeform 6" id="6"/>
          <p:cNvSpPr/>
          <p:nvPr/>
        </p:nvSpPr>
        <p:spPr>
          <a:xfrm flipH="false" flipV="false" rot="0">
            <a:off x="7425651" y="9258300"/>
            <a:ext cx="4956846" cy="4114800"/>
          </a:xfrm>
          <a:custGeom>
            <a:avLst/>
            <a:gdLst/>
            <a:ahLst/>
            <a:cxnLst/>
            <a:rect r="r" b="b" t="t" l="l"/>
            <a:pathLst>
              <a:path h="4114800" w="4956846">
                <a:moveTo>
                  <a:pt x="0" y="0"/>
                </a:moveTo>
                <a:lnTo>
                  <a:pt x="4956846" y="0"/>
                </a:lnTo>
                <a:lnTo>
                  <a:pt x="495684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57" t="0" r="-57" b="0"/>
            </a:stretch>
          </a:blipFill>
        </p:spPr>
      </p:sp>
      <p:sp>
        <p:nvSpPr>
          <p:cNvPr name="Freeform 7" id="7"/>
          <p:cNvSpPr/>
          <p:nvPr/>
        </p:nvSpPr>
        <p:spPr>
          <a:xfrm flipH="false" flipV="false" rot="-10697269">
            <a:off x="6836794" y="-2860376"/>
            <a:ext cx="4403163" cy="4114800"/>
          </a:xfrm>
          <a:custGeom>
            <a:avLst/>
            <a:gdLst/>
            <a:ahLst/>
            <a:cxnLst/>
            <a:rect r="r" b="b" t="t" l="l"/>
            <a:pathLst>
              <a:path h="4114800" w="4403163">
                <a:moveTo>
                  <a:pt x="0" y="0"/>
                </a:moveTo>
                <a:lnTo>
                  <a:pt x="4403163" y="0"/>
                </a:lnTo>
                <a:lnTo>
                  <a:pt x="4403163"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37" r="0" b="-37"/>
            </a:stretch>
          </a:blipFill>
        </p:spPr>
      </p:sp>
      <p:sp>
        <p:nvSpPr>
          <p:cNvPr name="Freeform 8" id="8"/>
          <p:cNvSpPr/>
          <p:nvPr/>
        </p:nvSpPr>
        <p:spPr>
          <a:xfrm flipH="false" flipV="false" rot="0">
            <a:off x="15428556" y="815998"/>
            <a:ext cx="2247563" cy="1357698"/>
          </a:xfrm>
          <a:custGeom>
            <a:avLst/>
            <a:gdLst/>
            <a:ahLst/>
            <a:cxnLst/>
            <a:rect r="r" b="b" t="t" l="l"/>
            <a:pathLst>
              <a:path h="1357698" w="2247563">
                <a:moveTo>
                  <a:pt x="0" y="0"/>
                </a:moveTo>
                <a:lnTo>
                  <a:pt x="2247563" y="0"/>
                </a:lnTo>
                <a:lnTo>
                  <a:pt x="2247563" y="1357698"/>
                </a:lnTo>
                <a:lnTo>
                  <a:pt x="0" y="1357698"/>
                </a:lnTo>
                <a:lnTo>
                  <a:pt x="0" y="0"/>
                </a:lnTo>
                <a:close/>
              </a:path>
            </a:pathLst>
          </a:custGeom>
          <a:blipFill>
            <a:blip r:embed="rId14">
              <a:extLst>
                <a:ext uri="{96DAC541-7B7A-43D3-8B79-37D633B846F1}">
                  <asvg:svgBlip xmlns:asvg="http://schemas.microsoft.com/office/drawing/2016/SVG/main" r:embed="rId15"/>
                </a:ext>
              </a:extLst>
            </a:blip>
            <a:stretch>
              <a:fillRect l="0" t="-153" r="0" b="-153"/>
            </a:stretch>
          </a:blipFill>
        </p:spPr>
      </p:sp>
      <p:sp>
        <p:nvSpPr>
          <p:cNvPr name="Freeform 9" id="9"/>
          <p:cNvSpPr/>
          <p:nvPr/>
        </p:nvSpPr>
        <p:spPr>
          <a:xfrm flipH="false" flipV="false" rot="0">
            <a:off x="3847083" y="-1536582"/>
            <a:ext cx="2224512" cy="2410310"/>
          </a:xfrm>
          <a:custGeom>
            <a:avLst/>
            <a:gdLst/>
            <a:ahLst/>
            <a:cxnLst/>
            <a:rect r="r" b="b" t="t" l="l"/>
            <a:pathLst>
              <a:path h="2410310" w="2224512">
                <a:moveTo>
                  <a:pt x="0" y="0"/>
                </a:moveTo>
                <a:lnTo>
                  <a:pt x="2224512" y="0"/>
                </a:lnTo>
                <a:lnTo>
                  <a:pt x="2224512" y="2410310"/>
                </a:lnTo>
                <a:lnTo>
                  <a:pt x="0" y="2410310"/>
                </a:lnTo>
                <a:lnTo>
                  <a:pt x="0" y="0"/>
                </a:lnTo>
                <a:close/>
              </a:path>
            </a:pathLst>
          </a:custGeom>
          <a:blipFill>
            <a:blip r:embed="rId16">
              <a:extLst>
                <a:ext uri="{96DAC541-7B7A-43D3-8B79-37D633B846F1}">
                  <asvg:svgBlip xmlns:asvg="http://schemas.microsoft.com/office/drawing/2016/SVG/main" r:embed="rId17"/>
                </a:ext>
              </a:extLst>
            </a:blip>
            <a:stretch>
              <a:fillRect l="0" t="-89" r="0" b="-89"/>
            </a:stretch>
          </a:blipFill>
        </p:spPr>
      </p:sp>
      <p:sp>
        <p:nvSpPr>
          <p:cNvPr name="Freeform 10" id="10"/>
          <p:cNvSpPr/>
          <p:nvPr/>
        </p:nvSpPr>
        <p:spPr>
          <a:xfrm flipH="false" flipV="false" rot="0">
            <a:off x="11300447" y="8623796"/>
            <a:ext cx="3700856" cy="3326408"/>
          </a:xfrm>
          <a:custGeom>
            <a:avLst/>
            <a:gdLst/>
            <a:ahLst/>
            <a:cxnLst/>
            <a:rect r="r" b="b" t="t" l="l"/>
            <a:pathLst>
              <a:path h="3326408" w="3700856">
                <a:moveTo>
                  <a:pt x="0" y="0"/>
                </a:moveTo>
                <a:lnTo>
                  <a:pt x="3700856" y="0"/>
                </a:lnTo>
                <a:lnTo>
                  <a:pt x="3700856" y="3326408"/>
                </a:lnTo>
                <a:lnTo>
                  <a:pt x="0" y="3326408"/>
                </a:lnTo>
                <a:lnTo>
                  <a:pt x="0" y="0"/>
                </a:lnTo>
                <a:close/>
              </a:path>
            </a:pathLst>
          </a:custGeom>
          <a:blipFill>
            <a:blip r:embed="rId18">
              <a:extLst>
                <a:ext uri="{96DAC541-7B7A-43D3-8B79-37D633B846F1}">
                  <asvg:svgBlip xmlns:asvg="http://schemas.microsoft.com/office/drawing/2016/SVG/main" r:embed="rId19"/>
                </a:ext>
              </a:extLst>
            </a:blip>
            <a:stretch>
              <a:fillRect l="0" t="-51" r="0" b="-51"/>
            </a:stretch>
          </a:blipFill>
        </p:spPr>
      </p:sp>
      <p:sp>
        <p:nvSpPr>
          <p:cNvPr name="Freeform 11" id="11"/>
          <p:cNvSpPr/>
          <p:nvPr/>
        </p:nvSpPr>
        <p:spPr>
          <a:xfrm flipH="false" flipV="false" rot="-1169111">
            <a:off x="-2399072" y="8233834"/>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2" id="12"/>
          <p:cNvSpPr/>
          <p:nvPr/>
        </p:nvSpPr>
        <p:spPr>
          <a:xfrm flipH="false" flipV="false" rot="0">
            <a:off x="16914074" y="4722009"/>
            <a:ext cx="3954044" cy="3445946"/>
          </a:xfrm>
          <a:custGeom>
            <a:avLst/>
            <a:gdLst/>
            <a:ahLst/>
            <a:cxnLst/>
            <a:rect r="r" b="b" t="t" l="l"/>
            <a:pathLst>
              <a:path h="3445946" w="3954044">
                <a:moveTo>
                  <a:pt x="0" y="0"/>
                </a:moveTo>
                <a:lnTo>
                  <a:pt x="3954044" y="0"/>
                </a:lnTo>
                <a:lnTo>
                  <a:pt x="3954044" y="3445946"/>
                </a:lnTo>
                <a:lnTo>
                  <a:pt x="0" y="3445946"/>
                </a:lnTo>
                <a:lnTo>
                  <a:pt x="0" y="0"/>
                </a:lnTo>
                <a:close/>
              </a:path>
            </a:pathLst>
          </a:custGeom>
          <a:blipFill>
            <a:blip r:embed="rId22">
              <a:extLst>
                <a:ext uri="{96DAC541-7B7A-43D3-8B79-37D633B846F1}">
                  <asvg:svgBlip xmlns:asvg="http://schemas.microsoft.com/office/drawing/2016/SVG/main" r:embed="rId23"/>
                </a:ext>
              </a:extLst>
            </a:blip>
            <a:stretch>
              <a:fillRect l="0" t="-62" r="0" b="-62"/>
            </a:stretch>
          </a:blipFill>
        </p:spPr>
      </p:sp>
      <p:sp>
        <p:nvSpPr>
          <p:cNvPr name="Freeform 13" id="13"/>
          <p:cNvSpPr/>
          <p:nvPr/>
        </p:nvSpPr>
        <p:spPr>
          <a:xfrm flipH="false" flipV="false" rot="0">
            <a:off x="4651577" y="92583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l="0" t="-34" r="0" b="-34"/>
            </a:stretch>
          </a:blipFill>
        </p:spPr>
      </p:sp>
      <p:sp>
        <p:nvSpPr>
          <p:cNvPr name="Freeform 14" id="14"/>
          <p:cNvSpPr/>
          <p:nvPr/>
        </p:nvSpPr>
        <p:spPr>
          <a:xfrm flipH="false" flipV="false" rot="-3601192">
            <a:off x="-2043547" y="3332263"/>
            <a:ext cx="3407048" cy="3170826"/>
          </a:xfrm>
          <a:custGeom>
            <a:avLst/>
            <a:gdLst/>
            <a:ahLst/>
            <a:cxnLst/>
            <a:rect r="r" b="b" t="t" l="l"/>
            <a:pathLst>
              <a:path h="3170826" w="3407048">
                <a:moveTo>
                  <a:pt x="0" y="0"/>
                </a:moveTo>
                <a:lnTo>
                  <a:pt x="3407048" y="0"/>
                </a:lnTo>
                <a:lnTo>
                  <a:pt x="3407048" y="3170826"/>
                </a:lnTo>
                <a:lnTo>
                  <a:pt x="0" y="3170826"/>
                </a:lnTo>
                <a:lnTo>
                  <a:pt x="0" y="0"/>
                </a:lnTo>
                <a:close/>
              </a:path>
            </a:pathLst>
          </a:custGeom>
          <a:blipFill>
            <a:blip r:embed="rId26">
              <a:extLst>
                <a:ext uri="{96DAC541-7B7A-43D3-8B79-37D633B846F1}">
                  <asvg:svgBlip xmlns:asvg="http://schemas.microsoft.com/office/drawing/2016/SVG/main" r:embed="rId27"/>
                </a:ext>
              </a:extLst>
            </a:blip>
            <a:stretch>
              <a:fillRect l="0" t="-123" r="0" b="-123"/>
            </a:stretch>
          </a:blipFill>
        </p:spPr>
      </p:sp>
      <p:sp>
        <p:nvSpPr>
          <p:cNvPr name="Freeform 15" id="15"/>
          <p:cNvSpPr/>
          <p:nvPr/>
        </p:nvSpPr>
        <p:spPr>
          <a:xfrm flipH="false" flipV="false" rot="9893321">
            <a:off x="17381624" y="-626702"/>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6" id="16"/>
          <p:cNvSpPr/>
          <p:nvPr/>
        </p:nvSpPr>
        <p:spPr>
          <a:xfrm flipH="false" flipV="false" rot="0">
            <a:off x="9904074" y="-30861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8">
              <a:extLst>
                <a:ext uri="{96DAC541-7B7A-43D3-8B79-37D633B846F1}">
                  <asvg:svgBlip xmlns:asvg="http://schemas.microsoft.com/office/drawing/2016/SVG/main" r:embed="rId29"/>
                </a:ext>
              </a:extLst>
            </a:blip>
            <a:stretch>
              <a:fillRect l="0" t="-34" r="0" b="-34"/>
            </a:stretch>
          </a:blipFill>
        </p:spPr>
      </p:sp>
      <p:sp>
        <p:nvSpPr>
          <p:cNvPr name="TextBox 17" id="17"/>
          <p:cNvSpPr txBox="true"/>
          <p:nvPr/>
        </p:nvSpPr>
        <p:spPr>
          <a:xfrm rot="0">
            <a:off x="2880398" y="2389991"/>
            <a:ext cx="11236393" cy="5768166"/>
          </a:xfrm>
          <a:prstGeom prst="rect">
            <a:avLst/>
          </a:prstGeom>
        </p:spPr>
        <p:txBody>
          <a:bodyPr anchor="t" rtlCol="false" tIns="0" lIns="0" bIns="0" rIns="0">
            <a:spAutoFit/>
          </a:bodyPr>
          <a:lstStyle/>
          <a:p>
            <a:pPr algn="ctr">
              <a:lnSpc>
                <a:spcPts val="4419"/>
              </a:lnSpc>
            </a:pPr>
            <a:r>
              <a:rPr lang="en-US" sz="3156">
                <a:solidFill>
                  <a:srgbClr val="1E539A"/>
                </a:solidFill>
                <a:latin typeface="Agrandir"/>
                <a:ea typeface="Agrandir"/>
                <a:cs typeface="Agrandir"/>
                <a:sym typeface="Agrandir"/>
              </a:rPr>
              <a:t>~ Mengenal konsep CRUD (Create, Read, Update, Delete) dalam sistem web.</a:t>
            </a:r>
          </a:p>
          <a:p>
            <a:pPr algn="ctr">
              <a:lnSpc>
                <a:spcPts val="4419"/>
              </a:lnSpc>
            </a:pPr>
          </a:p>
          <a:p>
            <a:pPr algn="ctr">
              <a:lnSpc>
                <a:spcPts val="4419"/>
              </a:lnSpc>
            </a:pPr>
            <a:r>
              <a:rPr lang="en-US" sz="3156">
                <a:solidFill>
                  <a:srgbClr val="1E539A"/>
                </a:solidFill>
                <a:latin typeface="Agrandir"/>
                <a:ea typeface="Agrandir"/>
                <a:cs typeface="Agrandir"/>
                <a:sym typeface="Agrandir"/>
              </a:rPr>
              <a:t>~Melatih kemampuan desain tampilan web dengan Canva AI.</a:t>
            </a:r>
          </a:p>
          <a:p>
            <a:pPr algn="ctr">
              <a:lnSpc>
                <a:spcPts val="4419"/>
              </a:lnSpc>
            </a:pPr>
          </a:p>
          <a:p>
            <a:pPr algn="ctr">
              <a:lnSpc>
                <a:spcPts val="4419"/>
              </a:lnSpc>
            </a:pPr>
            <a:r>
              <a:rPr lang="en-US" sz="3156">
                <a:solidFill>
                  <a:srgbClr val="1E539A"/>
                </a:solidFill>
                <a:latin typeface="Agrandir"/>
                <a:ea typeface="Agrandir"/>
                <a:cs typeface="Agrandir"/>
                <a:sym typeface="Agrandir"/>
              </a:rPr>
              <a:t>~Mengembangkan kreativitas dan kolaborasi tim.</a:t>
            </a:r>
          </a:p>
          <a:p>
            <a:pPr algn="ctr">
              <a:lnSpc>
                <a:spcPts val="4419"/>
              </a:lnSpc>
            </a:pPr>
          </a:p>
          <a:p>
            <a:pPr algn="ctr">
              <a:lnSpc>
                <a:spcPts val="4419"/>
              </a:lnSpc>
            </a:pPr>
            <a:r>
              <a:rPr lang="en-US" sz="3156">
                <a:solidFill>
                  <a:srgbClr val="1E539A"/>
                </a:solidFill>
                <a:latin typeface="Agrandir"/>
                <a:ea typeface="Agrandir"/>
                <a:cs typeface="Agrandir"/>
                <a:sym typeface="Agrandir"/>
              </a:rPr>
              <a:t>~Menghasilkan aplikasi presensi digital sederhana untuk digunakan di sekolah.</a:t>
            </a:r>
          </a:p>
        </p:txBody>
      </p:sp>
      <p:sp>
        <p:nvSpPr>
          <p:cNvPr name="TextBox 18" id="18"/>
          <p:cNvSpPr txBox="true"/>
          <p:nvPr/>
        </p:nvSpPr>
        <p:spPr>
          <a:xfrm rot="0">
            <a:off x="3769770" y="1123107"/>
            <a:ext cx="10347021" cy="1590734"/>
          </a:xfrm>
          <a:prstGeom prst="rect">
            <a:avLst/>
          </a:prstGeom>
        </p:spPr>
        <p:txBody>
          <a:bodyPr anchor="t" rtlCol="false" tIns="0" lIns="0" bIns="0" rIns="0">
            <a:spAutoFit/>
          </a:bodyPr>
          <a:lstStyle/>
          <a:p>
            <a:pPr algn="ctr">
              <a:lnSpc>
                <a:spcPts val="7799"/>
              </a:lnSpc>
            </a:pPr>
            <a:r>
              <a:rPr lang="en-US" sz="10001" b="true">
                <a:solidFill>
                  <a:srgbClr val="1E539A"/>
                </a:solidFill>
                <a:latin typeface="Thicker Bold"/>
                <a:ea typeface="Thicker Bold"/>
                <a:cs typeface="Thicker Bold"/>
                <a:sym typeface="Thicker Bold"/>
              </a:rPr>
              <a:t>TUJUAN PROYEK</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395805">
            <a:off x="-1199178" y="6686550"/>
            <a:ext cx="4455755" cy="7200900"/>
          </a:xfrm>
          <a:custGeom>
            <a:avLst/>
            <a:gdLst/>
            <a:ahLst/>
            <a:cxnLst/>
            <a:rect r="r" b="b" t="t" l="l"/>
            <a:pathLst>
              <a:path h="7200900" w="4455755">
                <a:moveTo>
                  <a:pt x="0" y="0"/>
                </a:moveTo>
                <a:lnTo>
                  <a:pt x="4455755" y="0"/>
                </a:lnTo>
                <a:lnTo>
                  <a:pt x="445575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21" t="0" r="-21" b="0"/>
            </a:stretch>
          </a:blipFill>
        </p:spPr>
      </p:sp>
      <p:sp>
        <p:nvSpPr>
          <p:cNvPr name="Freeform 3" id="3"/>
          <p:cNvSpPr/>
          <p:nvPr/>
        </p:nvSpPr>
        <p:spPr>
          <a:xfrm flipH="false" flipV="false" rot="-2387687">
            <a:off x="15133174" y="-3086100"/>
            <a:ext cx="4252252" cy="6172200"/>
          </a:xfrm>
          <a:custGeom>
            <a:avLst/>
            <a:gdLst/>
            <a:ahLst/>
            <a:cxnLst/>
            <a:rect r="r" b="b" t="t" l="l"/>
            <a:pathLst>
              <a:path h="6172200" w="4252252">
                <a:moveTo>
                  <a:pt x="0" y="0"/>
                </a:moveTo>
                <a:lnTo>
                  <a:pt x="4252252" y="0"/>
                </a:lnTo>
                <a:lnTo>
                  <a:pt x="4252252" y="6172200"/>
                </a:lnTo>
                <a:lnTo>
                  <a:pt x="0" y="6172200"/>
                </a:lnTo>
                <a:lnTo>
                  <a:pt x="0" y="0"/>
                </a:lnTo>
                <a:close/>
              </a:path>
            </a:pathLst>
          </a:custGeom>
          <a:blipFill>
            <a:blip r:embed="rId4">
              <a:extLst>
                <a:ext uri="{96DAC541-7B7A-43D3-8B79-37D633B846F1}">
                  <asvg:svgBlip xmlns:asvg="http://schemas.microsoft.com/office/drawing/2016/SVG/main" r:embed="rId5"/>
                </a:ext>
              </a:extLst>
            </a:blip>
            <a:stretch>
              <a:fillRect l="0" t="-13" r="0" b="-13"/>
            </a:stretch>
          </a:blipFill>
        </p:spPr>
      </p:sp>
      <p:sp>
        <p:nvSpPr>
          <p:cNvPr name="Freeform 4" id="4"/>
          <p:cNvSpPr/>
          <p:nvPr/>
        </p:nvSpPr>
        <p:spPr>
          <a:xfrm flipH="false" flipV="false" rot="0">
            <a:off x="14547224" y="7476754"/>
            <a:ext cx="5424153" cy="5620493"/>
          </a:xfrm>
          <a:custGeom>
            <a:avLst/>
            <a:gdLst/>
            <a:ahLst/>
            <a:cxnLst/>
            <a:rect r="r" b="b" t="t" l="l"/>
            <a:pathLst>
              <a:path h="5620493" w="5424153">
                <a:moveTo>
                  <a:pt x="0" y="0"/>
                </a:moveTo>
                <a:lnTo>
                  <a:pt x="5424153" y="0"/>
                </a:lnTo>
                <a:lnTo>
                  <a:pt x="5424153" y="5620493"/>
                </a:lnTo>
                <a:lnTo>
                  <a:pt x="0" y="5620493"/>
                </a:lnTo>
                <a:lnTo>
                  <a:pt x="0" y="0"/>
                </a:lnTo>
                <a:close/>
              </a:path>
            </a:pathLst>
          </a:custGeom>
          <a:blipFill>
            <a:blip r:embed="rId6">
              <a:extLst>
                <a:ext uri="{96DAC541-7B7A-43D3-8B79-37D633B846F1}">
                  <asvg:svgBlip xmlns:asvg="http://schemas.microsoft.com/office/drawing/2016/SVG/main" r:embed="rId7"/>
                </a:ext>
              </a:extLst>
            </a:blip>
            <a:stretch>
              <a:fillRect l="0" t="-31" r="0" b="-31"/>
            </a:stretch>
          </a:blipFill>
        </p:spPr>
      </p:sp>
      <p:sp>
        <p:nvSpPr>
          <p:cNvPr name="Freeform 5" id="5"/>
          <p:cNvSpPr/>
          <p:nvPr/>
        </p:nvSpPr>
        <p:spPr>
          <a:xfrm flipH="false" flipV="false" rot="0">
            <a:off x="-2564556" y="-3084733"/>
            <a:ext cx="6096499" cy="6169465"/>
          </a:xfrm>
          <a:custGeom>
            <a:avLst/>
            <a:gdLst/>
            <a:ahLst/>
            <a:cxnLst/>
            <a:rect r="r" b="b" t="t" l="l"/>
            <a:pathLst>
              <a:path h="6169465" w="6096499">
                <a:moveTo>
                  <a:pt x="0" y="0"/>
                </a:moveTo>
                <a:lnTo>
                  <a:pt x="6096499" y="0"/>
                </a:lnTo>
                <a:lnTo>
                  <a:pt x="6096499" y="6169465"/>
                </a:lnTo>
                <a:lnTo>
                  <a:pt x="0" y="6169465"/>
                </a:lnTo>
                <a:lnTo>
                  <a:pt x="0" y="0"/>
                </a:lnTo>
                <a:close/>
              </a:path>
            </a:pathLst>
          </a:custGeom>
          <a:blipFill>
            <a:blip r:embed="rId8">
              <a:extLst>
                <a:ext uri="{96DAC541-7B7A-43D3-8B79-37D633B846F1}">
                  <asvg:svgBlip xmlns:asvg="http://schemas.microsoft.com/office/drawing/2016/SVG/main" r:embed="rId9"/>
                </a:ext>
              </a:extLst>
            </a:blip>
            <a:stretch>
              <a:fillRect l="-51" t="0" r="-51" b="0"/>
            </a:stretch>
          </a:blipFill>
        </p:spPr>
      </p:sp>
      <p:sp>
        <p:nvSpPr>
          <p:cNvPr name="Freeform 6" id="6"/>
          <p:cNvSpPr/>
          <p:nvPr/>
        </p:nvSpPr>
        <p:spPr>
          <a:xfrm flipH="false" flipV="false" rot="0">
            <a:off x="7425651" y="9258300"/>
            <a:ext cx="4956846" cy="4114800"/>
          </a:xfrm>
          <a:custGeom>
            <a:avLst/>
            <a:gdLst/>
            <a:ahLst/>
            <a:cxnLst/>
            <a:rect r="r" b="b" t="t" l="l"/>
            <a:pathLst>
              <a:path h="4114800" w="4956846">
                <a:moveTo>
                  <a:pt x="0" y="0"/>
                </a:moveTo>
                <a:lnTo>
                  <a:pt x="4956846" y="0"/>
                </a:lnTo>
                <a:lnTo>
                  <a:pt x="495684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57" t="0" r="-57" b="0"/>
            </a:stretch>
          </a:blipFill>
        </p:spPr>
      </p:sp>
      <p:sp>
        <p:nvSpPr>
          <p:cNvPr name="Freeform 7" id="7"/>
          <p:cNvSpPr/>
          <p:nvPr/>
        </p:nvSpPr>
        <p:spPr>
          <a:xfrm flipH="false" flipV="false" rot="-10697269">
            <a:off x="6836794" y="-2860376"/>
            <a:ext cx="4403163" cy="4114800"/>
          </a:xfrm>
          <a:custGeom>
            <a:avLst/>
            <a:gdLst/>
            <a:ahLst/>
            <a:cxnLst/>
            <a:rect r="r" b="b" t="t" l="l"/>
            <a:pathLst>
              <a:path h="4114800" w="4403163">
                <a:moveTo>
                  <a:pt x="0" y="0"/>
                </a:moveTo>
                <a:lnTo>
                  <a:pt x="4403163" y="0"/>
                </a:lnTo>
                <a:lnTo>
                  <a:pt x="4403163"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37" r="0" b="-37"/>
            </a:stretch>
          </a:blipFill>
        </p:spPr>
      </p:sp>
      <p:sp>
        <p:nvSpPr>
          <p:cNvPr name="Freeform 8" id="8"/>
          <p:cNvSpPr/>
          <p:nvPr/>
        </p:nvSpPr>
        <p:spPr>
          <a:xfrm flipH="false" flipV="false" rot="0">
            <a:off x="15428556" y="815998"/>
            <a:ext cx="2247563" cy="1357698"/>
          </a:xfrm>
          <a:custGeom>
            <a:avLst/>
            <a:gdLst/>
            <a:ahLst/>
            <a:cxnLst/>
            <a:rect r="r" b="b" t="t" l="l"/>
            <a:pathLst>
              <a:path h="1357698" w="2247563">
                <a:moveTo>
                  <a:pt x="0" y="0"/>
                </a:moveTo>
                <a:lnTo>
                  <a:pt x="2247563" y="0"/>
                </a:lnTo>
                <a:lnTo>
                  <a:pt x="2247563" y="1357698"/>
                </a:lnTo>
                <a:lnTo>
                  <a:pt x="0" y="1357698"/>
                </a:lnTo>
                <a:lnTo>
                  <a:pt x="0" y="0"/>
                </a:lnTo>
                <a:close/>
              </a:path>
            </a:pathLst>
          </a:custGeom>
          <a:blipFill>
            <a:blip r:embed="rId14">
              <a:extLst>
                <a:ext uri="{96DAC541-7B7A-43D3-8B79-37D633B846F1}">
                  <asvg:svgBlip xmlns:asvg="http://schemas.microsoft.com/office/drawing/2016/SVG/main" r:embed="rId15"/>
                </a:ext>
              </a:extLst>
            </a:blip>
            <a:stretch>
              <a:fillRect l="0" t="-153" r="0" b="-153"/>
            </a:stretch>
          </a:blipFill>
        </p:spPr>
      </p:sp>
      <p:sp>
        <p:nvSpPr>
          <p:cNvPr name="Freeform 9" id="9"/>
          <p:cNvSpPr/>
          <p:nvPr/>
        </p:nvSpPr>
        <p:spPr>
          <a:xfrm flipH="false" flipV="false" rot="0">
            <a:off x="3847083" y="-1536582"/>
            <a:ext cx="2224512" cy="2410310"/>
          </a:xfrm>
          <a:custGeom>
            <a:avLst/>
            <a:gdLst/>
            <a:ahLst/>
            <a:cxnLst/>
            <a:rect r="r" b="b" t="t" l="l"/>
            <a:pathLst>
              <a:path h="2410310" w="2224512">
                <a:moveTo>
                  <a:pt x="0" y="0"/>
                </a:moveTo>
                <a:lnTo>
                  <a:pt x="2224512" y="0"/>
                </a:lnTo>
                <a:lnTo>
                  <a:pt x="2224512" y="2410310"/>
                </a:lnTo>
                <a:lnTo>
                  <a:pt x="0" y="2410310"/>
                </a:lnTo>
                <a:lnTo>
                  <a:pt x="0" y="0"/>
                </a:lnTo>
                <a:close/>
              </a:path>
            </a:pathLst>
          </a:custGeom>
          <a:blipFill>
            <a:blip r:embed="rId16">
              <a:extLst>
                <a:ext uri="{96DAC541-7B7A-43D3-8B79-37D633B846F1}">
                  <asvg:svgBlip xmlns:asvg="http://schemas.microsoft.com/office/drawing/2016/SVG/main" r:embed="rId17"/>
                </a:ext>
              </a:extLst>
            </a:blip>
            <a:stretch>
              <a:fillRect l="0" t="-89" r="0" b="-89"/>
            </a:stretch>
          </a:blipFill>
        </p:spPr>
      </p:sp>
      <p:sp>
        <p:nvSpPr>
          <p:cNvPr name="Freeform 10" id="10"/>
          <p:cNvSpPr/>
          <p:nvPr/>
        </p:nvSpPr>
        <p:spPr>
          <a:xfrm flipH="false" flipV="false" rot="0">
            <a:off x="11300447" y="8623796"/>
            <a:ext cx="3700856" cy="3326408"/>
          </a:xfrm>
          <a:custGeom>
            <a:avLst/>
            <a:gdLst/>
            <a:ahLst/>
            <a:cxnLst/>
            <a:rect r="r" b="b" t="t" l="l"/>
            <a:pathLst>
              <a:path h="3326408" w="3700856">
                <a:moveTo>
                  <a:pt x="0" y="0"/>
                </a:moveTo>
                <a:lnTo>
                  <a:pt x="3700856" y="0"/>
                </a:lnTo>
                <a:lnTo>
                  <a:pt x="3700856" y="3326408"/>
                </a:lnTo>
                <a:lnTo>
                  <a:pt x="0" y="3326408"/>
                </a:lnTo>
                <a:lnTo>
                  <a:pt x="0" y="0"/>
                </a:lnTo>
                <a:close/>
              </a:path>
            </a:pathLst>
          </a:custGeom>
          <a:blipFill>
            <a:blip r:embed="rId18">
              <a:extLst>
                <a:ext uri="{96DAC541-7B7A-43D3-8B79-37D633B846F1}">
                  <asvg:svgBlip xmlns:asvg="http://schemas.microsoft.com/office/drawing/2016/SVG/main" r:embed="rId19"/>
                </a:ext>
              </a:extLst>
            </a:blip>
            <a:stretch>
              <a:fillRect l="0" t="-51" r="0" b="-51"/>
            </a:stretch>
          </a:blipFill>
        </p:spPr>
      </p:sp>
      <p:sp>
        <p:nvSpPr>
          <p:cNvPr name="Freeform 11" id="11"/>
          <p:cNvSpPr/>
          <p:nvPr/>
        </p:nvSpPr>
        <p:spPr>
          <a:xfrm flipH="false" flipV="false" rot="-1169111">
            <a:off x="-2399072" y="8233834"/>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2" id="12"/>
          <p:cNvSpPr/>
          <p:nvPr/>
        </p:nvSpPr>
        <p:spPr>
          <a:xfrm flipH="false" flipV="false" rot="0">
            <a:off x="16914074" y="4722009"/>
            <a:ext cx="3954044" cy="3445946"/>
          </a:xfrm>
          <a:custGeom>
            <a:avLst/>
            <a:gdLst/>
            <a:ahLst/>
            <a:cxnLst/>
            <a:rect r="r" b="b" t="t" l="l"/>
            <a:pathLst>
              <a:path h="3445946" w="3954044">
                <a:moveTo>
                  <a:pt x="0" y="0"/>
                </a:moveTo>
                <a:lnTo>
                  <a:pt x="3954044" y="0"/>
                </a:lnTo>
                <a:lnTo>
                  <a:pt x="3954044" y="3445946"/>
                </a:lnTo>
                <a:lnTo>
                  <a:pt x="0" y="3445946"/>
                </a:lnTo>
                <a:lnTo>
                  <a:pt x="0" y="0"/>
                </a:lnTo>
                <a:close/>
              </a:path>
            </a:pathLst>
          </a:custGeom>
          <a:blipFill>
            <a:blip r:embed="rId22">
              <a:extLst>
                <a:ext uri="{96DAC541-7B7A-43D3-8B79-37D633B846F1}">
                  <asvg:svgBlip xmlns:asvg="http://schemas.microsoft.com/office/drawing/2016/SVG/main" r:embed="rId23"/>
                </a:ext>
              </a:extLst>
            </a:blip>
            <a:stretch>
              <a:fillRect l="0" t="-62" r="0" b="-62"/>
            </a:stretch>
          </a:blipFill>
        </p:spPr>
      </p:sp>
      <p:sp>
        <p:nvSpPr>
          <p:cNvPr name="Freeform 13" id="13"/>
          <p:cNvSpPr/>
          <p:nvPr/>
        </p:nvSpPr>
        <p:spPr>
          <a:xfrm flipH="false" flipV="false" rot="0">
            <a:off x="4651577" y="92583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l="0" t="-34" r="0" b="-34"/>
            </a:stretch>
          </a:blipFill>
        </p:spPr>
      </p:sp>
      <p:sp>
        <p:nvSpPr>
          <p:cNvPr name="Freeform 14" id="14"/>
          <p:cNvSpPr/>
          <p:nvPr/>
        </p:nvSpPr>
        <p:spPr>
          <a:xfrm flipH="false" flipV="false" rot="-3601192">
            <a:off x="-2043547" y="3332263"/>
            <a:ext cx="3407048" cy="3170826"/>
          </a:xfrm>
          <a:custGeom>
            <a:avLst/>
            <a:gdLst/>
            <a:ahLst/>
            <a:cxnLst/>
            <a:rect r="r" b="b" t="t" l="l"/>
            <a:pathLst>
              <a:path h="3170826" w="3407048">
                <a:moveTo>
                  <a:pt x="0" y="0"/>
                </a:moveTo>
                <a:lnTo>
                  <a:pt x="3407048" y="0"/>
                </a:lnTo>
                <a:lnTo>
                  <a:pt x="3407048" y="3170826"/>
                </a:lnTo>
                <a:lnTo>
                  <a:pt x="0" y="3170826"/>
                </a:lnTo>
                <a:lnTo>
                  <a:pt x="0" y="0"/>
                </a:lnTo>
                <a:close/>
              </a:path>
            </a:pathLst>
          </a:custGeom>
          <a:blipFill>
            <a:blip r:embed="rId26">
              <a:extLst>
                <a:ext uri="{96DAC541-7B7A-43D3-8B79-37D633B846F1}">
                  <asvg:svgBlip xmlns:asvg="http://schemas.microsoft.com/office/drawing/2016/SVG/main" r:embed="rId27"/>
                </a:ext>
              </a:extLst>
            </a:blip>
            <a:stretch>
              <a:fillRect l="0" t="-123" r="0" b="-123"/>
            </a:stretch>
          </a:blipFill>
        </p:spPr>
      </p:sp>
      <p:sp>
        <p:nvSpPr>
          <p:cNvPr name="Freeform 15" id="15"/>
          <p:cNvSpPr/>
          <p:nvPr/>
        </p:nvSpPr>
        <p:spPr>
          <a:xfrm flipH="false" flipV="false" rot="9893321">
            <a:off x="17381624" y="-626702"/>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6" id="16"/>
          <p:cNvSpPr/>
          <p:nvPr/>
        </p:nvSpPr>
        <p:spPr>
          <a:xfrm flipH="false" flipV="false" rot="0">
            <a:off x="9904074" y="-30861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8">
              <a:extLst>
                <a:ext uri="{96DAC541-7B7A-43D3-8B79-37D633B846F1}">
                  <asvg:svgBlip xmlns:asvg="http://schemas.microsoft.com/office/drawing/2016/SVG/main" r:embed="rId29"/>
                </a:ext>
              </a:extLst>
            </a:blip>
            <a:stretch>
              <a:fillRect l="0" t="-34" r="0" b="-34"/>
            </a:stretch>
          </a:blipFill>
        </p:spPr>
      </p:sp>
      <p:sp>
        <p:nvSpPr>
          <p:cNvPr name="TextBox 17" id="17"/>
          <p:cNvSpPr txBox="true"/>
          <p:nvPr/>
        </p:nvSpPr>
        <p:spPr>
          <a:xfrm rot="0">
            <a:off x="3531943" y="3651895"/>
            <a:ext cx="11236393" cy="4110816"/>
          </a:xfrm>
          <a:prstGeom prst="rect">
            <a:avLst/>
          </a:prstGeom>
        </p:spPr>
        <p:txBody>
          <a:bodyPr anchor="t" rtlCol="false" tIns="0" lIns="0" bIns="0" rIns="0">
            <a:spAutoFit/>
          </a:bodyPr>
          <a:lstStyle/>
          <a:p>
            <a:pPr algn="ctr">
              <a:lnSpc>
                <a:spcPts val="4419"/>
              </a:lnSpc>
            </a:pPr>
            <a:r>
              <a:rPr lang="en-US" sz="3156">
                <a:solidFill>
                  <a:srgbClr val="1E539A"/>
                </a:solidFill>
                <a:latin typeface="Agrandir"/>
                <a:ea typeface="Agrandir"/>
                <a:cs typeface="Agrandir"/>
                <a:sym typeface="Agrandir"/>
              </a:rPr>
              <a:t>🔹 Perangkat Lunak:</a:t>
            </a:r>
          </a:p>
          <a:p>
            <a:pPr algn="ctr">
              <a:lnSpc>
                <a:spcPts val="4419"/>
              </a:lnSpc>
            </a:pPr>
          </a:p>
          <a:p>
            <a:pPr algn="ctr">
              <a:lnSpc>
                <a:spcPts val="4419"/>
              </a:lnSpc>
            </a:pPr>
            <a:r>
              <a:rPr lang="en-US" sz="3156">
                <a:solidFill>
                  <a:srgbClr val="1E539A"/>
                </a:solidFill>
                <a:latin typeface="Agrandir"/>
                <a:ea typeface="Agrandir"/>
                <a:cs typeface="Agrandir"/>
                <a:sym typeface="Agrandir"/>
              </a:rPr>
              <a:t>Canva AI (untuk desain UI website)</a:t>
            </a:r>
          </a:p>
          <a:p>
            <a:pPr algn="ctr">
              <a:lnSpc>
                <a:spcPts val="4419"/>
              </a:lnSpc>
            </a:pPr>
          </a:p>
          <a:p>
            <a:pPr algn="ctr">
              <a:lnSpc>
                <a:spcPts val="4419"/>
              </a:lnSpc>
            </a:pPr>
            <a:r>
              <a:rPr lang="en-US" sz="3156">
                <a:solidFill>
                  <a:srgbClr val="1E539A"/>
                </a:solidFill>
                <a:latin typeface="Agrandir"/>
                <a:ea typeface="Agrandir"/>
                <a:cs typeface="Agrandir"/>
                <a:sym typeface="Agrandir"/>
              </a:rPr>
              <a:t>🔹 Perangkat Keras:</a:t>
            </a:r>
          </a:p>
          <a:p>
            <a:pPr algn="ctr">
              <a:lnSpc>
                <a:spcPts val="4419"/>
              </a:lnSpc>
            </a:pPr>
          </a:p>
          <a:p>
            <a:pPr algn="ctr">
              <a:lnSpc>
                <a:spcPts val="4419"/>
              </a:lnSpc>
            </a:pPr>
            <a:r>
              <a:rPr lang="en-US" sz="3156">
                <a:solidFill>
                  <a:srgbClr val="1E539A"/>
                </a:solidFill>
                <a:latin typeface="Agrandir"/>
                <a:ea typeface="Agrandir"/>
                <a:cs typeface="Agrandir"/>
                <a:sym typeface="Agrandir"/>
              </a:rPr>
              <a:t>Laptop / PC dengan koneksi intenet.</a:t>
            </a:r>
          </a:p>
        </p:txBody>
      </p:sp>
      <p:sp>
        <p:nvSpPr>
          <p:cNvPr name="TextBox 18" id="18"/>
          <p:cNvSpPr txBox="true"/>
          <p:nvPr/>
        </p:nvSpPr>
        <p:spPr>
          <a:xfrm rot="0">
            <a:off x="3970489" y="1114425"/>
            <a:ext cx="10347021" cy="2733734"/>
          </a:xfrm>
          <a:prstGeom prst="rect">
            <a:avLst/>
          </a:prstGeom>
        </p:spPr>
        <p:txBody>
          <a:bodyPr anchor="t" rtlCol="false" tIns="0" lIns="0" bIns="0" rIns="0">
            <a:spAutoFit/>
          </a:bodyPr>
          <a:lstStyle/>
          <a:p>
            <a:pPr algn="ctr">
              <a:lnSpc>
                <a:spcPts val="7799"/>
              </a:lnSpc>
            </a:pPr>
            <a:r>
              <a:rPr lang="en-US" sz="10001" b="true">
                <a:solidFill>
                  <a:srgbClr val="1E539A"/>
                </a:solidFill>
                <a:latin typeface="Thicker Bold"/>
                <a:ea typeface="Thicker Bold"/>
                <a:cs typeface="Thicker Bold"/>
                <a:sym typeface="Thicker Bold"/>
              </a:rPr>
              <a:t>ALAT DAN BAHAN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395805">
            <a:off x="-1199178" y="6686550"/>
            <a:ext cx="4455755" cy="7200900"/>
          </a:xfrm>
          <a:custGeom>
            <a:avLst/>
            <a:gdLst/>
            <a:ahLst/>
            <a:cxnLst/>
            <a:rect r="r" b="b" t="t" l="l"/>
            <a:pathLst>
              <a:path h="7200900" w="4455755">
                <a:moveTo>
                  <a:pt x="0" y="0"/>
                </a:moveTo>
                <a:lnTo>
                  <a:pt x="4455755" y="0"/>
                </a:lnTo>
                <a:lnTo>
                  <a:pt x="445575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21" t="0" r="-21" b="0"/>
            </a:stretch>
          </a:blipFill>
        </p:spPr>
      </p:sp>
      <p:sp>
        <p:nvSpPr>
          <p:cNvPr name="Freeform 3" id="3"/>
          <p:cNvSpPr/>
          <p:nvPr/>
        </p:nvSpPr>
        <p:spPr>
          <a:xfrm flipH="false" flipV="false" rot="-2387687">
            <a:off x="15133174" y="-3086100"/>
            <a:ext cx="4252252" cy="6172200"/>
          </a:xfrm>
          <a:custGeom>
            <a:avLst/>
            <a:gdLst/>
            <a:ahLst/>
            <a:cxnLst/>
            <a:rect r="r" b="b" t="t" l="l"/>
            <a:pathLst>
              <a:path h="6172200" w="4252252">
                <a:moveTo>
                  <a:pt x="0" y="0"/>
                </a:moveTo>
                <a:lnTo>
                  <a:pt x="4252252" y="0"/>
                </a:lnTo>
                <a:lnTo>
                  <a:pt x="4252252" y="6172200"/>
                </a:lnTo>
                <a:lnTo>
                  <a:pt x="0" y="6172200"/>
                </a:lnTo>
                <a:lnTo>
                  <a:pt x="0" y="0"/>
                </a:lnTo>
                <a:close/>
              </a:path>
            </a:pathLst>
          </a:custGeom>
          <a:blipFill>
            <a:blip r:embed="rId4">
              <a:extLst>
                <a:ext uri="{96DAC541-7B7A-43D3-8B79-37D633B846F1}">
                  <asvg:svgBlip xmlns:asvg="http://schemas.microsoft.com/office/drawing/2016/SVG/main" r:embed="rId5"/>
                </a:ext>
              </a:extLst>
            </a:blip>
            <a:stretch>
              <a:fillRect l="0" t="-13" r="0" b="-13"/>
            </a:stretch>
          </a:blipFill>
        </p:spPr>
      </p:sp>
      <p:sp>
        <p:nvSpPr>
          <p:cNvPr name="Freeform 4" id="4"/>
          <p:cNvSpPr/>
          <p:nvPr/>
        </p:nvSpPr>
        <p:spPr>
          <a:xfrm flipH="false" flipV="false" rot="0">
            <a:off x="14547224" y="7476754"/>
            <a:ext cx="5424153" cy="5620493"/>
          </a:xfrm>
          <a:custGeom>
            <a:avLst/>
            <a:gdLst/>
            <a:ahLst/>
            <a:cxnLst/>
            <a:rect r="r" b="b" t="t" l="l"/>
            <a:pathLst>
              <a:path h="5620493" w="5424153">
                <a:moveTo>
                  <a:pt x="0" y="0"/>
                </a:moveTo>
                <a:lnTo>
                  <a:pt x="5424153" y="0"/>
                </a:lnTo>
                <a:lnTo>
                  <a:pt x="5424153" y="5620493"/>
                </a:lnTo>
                <a:lnTo>
                  <a:pt x="0" y="5620493"/>
                </a:lnTo>
                <a:lnTo>
                  <a:pt x="0" y="0"/>
                </a:lnTo>
                <a:close/>
              </a:path>
            </a:pathLst>
          </a:custGeom>
          <a:blipFill>
            <a:blip r:embed="rId6">
              <a:extLst>
                <a:ext uri="{96DAC541-7B7A-43D3-8B79-37D633B846F1}">
                  <asvg:svgBlip xmlns:asvg="http://schemas.microsoft.com/office/drawing/2016/SVG/main" r:embed="rId7"/>
                </a:ext>
              </a:extLst>
            </a:blip>
            <a:stretch>
              <a:fillRect l="0" t="-31" r="0" b="-31"/>
            </a:stretch>
          </a:blipFill>
        </p:spPr>
      </p:sp>
      <p:sp>
        <p:nvSpPr>
          <p:cNvPr name="Freeform 5" id="5"/>
          <p:cNvSpPr/>
          <p:nvPr/>
        </p:nvSpPr>
        <p:spPr>
          <a:xfrm flipH="false" flipV="false" rot="0">
            <a:off x="-2564556" y="-3084733"/>
            <a:ext cx="6096499" cy="6169465"/>
          </a:xfrm>
          <a:custGeom>
            <a:avLst/>
            <a:gdLst/>
            <a:ahLst/>
            <a:cxnLst/>
            <a:rect r="r" b="b" t="t" l="l"/>
            <a:pathLst>
              <a:path h="6169465" w="6096499">
                <a:moveTo>
                  <a:pt x="0" y="0"/>
                </a:moveTo>
                <a:lnTo>
                  <a:pt x="6096499" y="0"/>
                </a:lnTo>
                <a:lnTo>
                  <a:pt x="6096499" y="6169465"/>
                </a:lnTo>
                <a:lnTo>
                  <a:pt x="0" y="6169465"/>
                </a:lnTo>
                <a:lnTo>
                  <a:pt x="0" y="0"/>
                </a:lnTo>
                <a:close/>
              </a:path>
            </a:pathLst>
          </a:custGeom>
          <a:blipFill>
            <a:blip r:embed="rId8">
              <a:extLst>
                <a:ext uri="{96DAC541-7B7A-43D3-8B79-37D633B846F1}">
                  <asvg:svgBlip xmlns:asvg="http://schemas.microsoft.com/office/drawing/2016/SVG/main" r:embed="rId9"/>
                </a:ext>
              </a:extLst>
            </a:blip>
            <a:stretch>
              <a:fillRect l="-51" t="0" r="-51" b="0"/>
            </a:stretch>
          </a:blipFill>
        </p:spPr>
      </p:sp>
      <p:sp>
        <p:nvSpPr>
          <p:cNvPr name="Freeform 6" id="6"/>
          <p:cNvSpPr/>
          <p:nvPr/>
        </p:nvSpPr>
        <p:spPr>
          <a:xfrm flipH="false" flipV="false" rot="0">
            <a:off x="7425651" y="9258300"/>
            <a:ext cx="4956846" cy="4114800"/>
          </a:xfrm>
          <a:custGeom>
            <a:avLst/>
            <a:gdLst/>
            <a:ahLst/>
            <a:cxnLst/>
            <a:rect r="r" b="b" t="t" l="l"/>
            <a:pathLst>
              <a:path h="4114800" w="4956846">
                <a:moveTo>
                  <a:pt x="0" y="0"/>
                </a:moveTo>
                <a:lnTo>
                  <a:pt x="4956846" y="0"/>
                </a:lnTo>
                <a:lnTo>
                  <a:pt x="495684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57" t="0" r="-57" b="0"/>
            </a:stretch>
          </a:blipFill>
        </p:spPr>
      </p:sp>
      <p:sp>
        <p:nvSpPr>
          <p:cNvPr name="Freeform 7" id="7"/>
          <p:cNvSpPr/>
          <p:nvPr/>
        </p:nvSpPr>
        <p:spPr>
          <a:xfrm flipH="false" flipV="false" rot="-10697269">
            <a:off x="6836794" y="-2860376"/>
            <a:ext cx="4403163" cy="4114800"/>
          </a:xfrm>
          <a:custGeom>
            <a:avLst/>
            <a:gdLst/>
            <a:ahLst/>
            <a:cxnLst/>
            <a:rect r="r" b="b" t="t" l="l"/>
            <a:pathLst>
              <a:path h="4114800" w="4403163">
                <a:moveTo>
                  <a:pt x="0" y="0"/>
                </a:moveTo>
                <a:lnTo>
                  <a:pt x="4403163" y="0"/>
                </a:lnTo>
                <a:lnTo>
                  <a:pt x="4403163"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37" r="0" b="-37"/>
            </a:stretch>
          </a:blipFill>
        </p:spPr>
      </p:sp>
      <p:sp>
        <p:nvSpPr>
          <p:cNvPr name="Freeform 8" id="8"/>
          <p:cNvSpPr/>
          <p:nvPr/>
        </p:nvSpPr>
        <p:spPr>
          <a:xfrm flipH="false" flipV="false" rot="0">
            <a:off x="15428556" y="815998"/>
            <a:ext cx="2247563" cy="1357698"/>
          </a:xfrm>
          <a:custGeom>
            <a:avLst/>
            <a:gdLst/>
            <a:ahLst/>
            <a:cxnLst/>
            <a:rect r="r" b="b" t="t" l="l"/>
            <a:pathLst>
              <a:path h="1357698" w="2247563">
                <a:moveTo>
                  <a:pt x="0" y="0"/>
                </a:moveTo>
                <a:lnTo>
                  <a:pt x="2247563" y="0"/>
                </a:lnTo>
                <a:lnTo>
                  <a:pt x="2247563" y="1357698"/>
                </a:lnTo>
                <a:lnTo>
                  <a:pt x="0" y="1357698"/>
                </a:lnTo>
                <a:lnTo>
                  <a:pt x="0" y="0"/>
                </a:lnTo>
                <a:close/>
              </a:path>
            </a:pathLst>
          </a:custGeom>
          <a:blipFill>
            <a:blip r:embed="rId14">
              <a:extLst>
                <a:ext uri="{96DAC541-7B7A-43D3-8B79-37D633B846F1}">
                  <asvg:svgBlip xmlns:asvg="http://schemas.microsoft.com/office/drawing/2016/SVG/main" r:embed="rId15"/>
                </a:ext>
              </a:extLst>
            </a:blip>
            <a:stretch>
              <a:fillRect l="0" t="-153" r="0" b="-153"/>
            </a:stretch>
          </a:blipFill>
        </p:spPr>
      </p:sp>
      <p:sp>
        <p:nvSpPr>
          <p:cNvPr name="Freeform 9" id="9"/>
          <p:cNvSpPr/>
          <p:nvPr/>
        </p:nvSpPr>
        <p:spPr>
          <a:xfrm flipH="false" flipV="false" rot="0">
            <a:off x="3847083" y="-1536582"/>
            <a:ext cx="2224512" cy="2410310"/>
          </a:xfrm>
          <a:custGeom>
            <a:avLst/>
            <a:gdLst/>
            <a:ahLst/>
            <a:cxnLst/>
            <a:rect r="r" b="b" t="t" l="l"/>
            <a:pathLst>
              <a:path h="2410310" w="2224512">
                <a:moveTo>
                  <a:pt x="0" y="0"/>
                </a:moveTo>
                <a:lnTo>
                  <a:pt x="2224512" y="0"/>
                </a:lnTo>
                <a:lnTo>
                  <a:pt x="2224512" y="2410310"/>
                </a:lnTo>
                <a:lnTo>
                  <a:pt x="0" y="2410310"/>
                </a:lnTo>
                <a:lnTo>
                  <a:pt x="0" y="0"/>
                </a:lnTo>
                <a:close/>
              </a:path>
            </a:pathLst>
          </a:custGeom>
          <a:blipFill>
            <a:blip r:embed="rId16">
              <a:extLst>
                <a:ext uri="{96DAC541-7B7A-43D3-8B79-37D633B846F1}">
                  <asvg:svgBlip xmlns:asvg="http://schemas.microsoft.com/office/drawing/2016/SVG/main" r:embed="rId17"/>
                </a:ext>
              </a:extLst>
            </a:blip>
            <a:stretch>
              <a:fillRect l="0" t="-89" r="0" b="-89"/>
            </a:stretch>
          </a:blipFill>
        </p:spPr>
      </p:sp>
      <p:sp>
        <p:nvSpPr>
          <p:cNvPr name="Freeform 10" id="10"/>
          <p:cNvSpPr/>
          <p:nvPr/>
        </p:nvSpPr>
        <p:spPr>
          <a:xfrm flipH="false" flipV="false" rot="0">
            <a:off x="11300447" y="8623796"/>
            <a:ext cx="3700856" cy="3326408"/>
          </a:xfrm>
          <a:custGeom>
            <a:avLst/>
            <a:gdLst/>
            <a:ahLst/>
            <a:cxnLst/>
            <a:rect r="r" b="b" t="t" l="l"/>
            <a:pathLst>
              <a:path h="3326408" w="3700856">
                <a:moveTo>
                  <a:pt x="0" y="0"/>
                </a:moveTo>
                <a:lnTo>
                  <a:pt x="3700856" y="0"/>
                </a:lnTo>
                <a:lnTo>
                  <a:pt x="3700856" y="3326408"/>
                </a:lnTo>
                <a:lnTo>
                  <a:pt x="0" y="3326408"/>
                </a:lnTo>
                <a:lnTo>
                  <a:pt x="0" y="0"/>
                </a:lnTo>
                <a:close/>
              </a:path>
            </a:pathLst>
          </a:custGeom>
          <a:blipFill>
            <a:blip r:embed="rId18">
              <a:extLst>
                <a:ext uri="{96DAC541-7B7A-43D3-8B79-37D633B846F1}">
                  <asvg:svgBlip xmlns:asvg="http://schemas.microsoft.com/office/drawing/2016/SVG/main" r:embed="rId19"/>
                </a:ext>
              </a:extLst>
            </a:blip>
            <a:stretch>
              <a:fillRect l="0" t="-51" r="0" b="-51"/>
            </a:stretch>
          </a:blipFill>
        </p:spPr>
      </p:sp>
      <p:sp>
        <p:nvSpPr>
          <p:cNvPr name="Freeform 11" id="11"/>
          <p:cNvSpPr/>
          <p:nvPr/>
        </p:nvSpPr>
        <p:spPr>
          <a:xfrm flipH="false" flipV="false" rot="-1169111">
            <a:off x="-2399072" y="8233834"/>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2" id="12"/>
          <p:cNvSpPr/>
          <p:nvPr/>
        </p:nvSpPr>
        <p:spPr>
          <a:xfrm flipH="false" flipV="false" rot="0">
            <a:off x="16914074" y="4722009"/>
            <a:ext cx="3954044" cy="3445946"/>
          </a:xfrm>
          <a:custGeom>
            <a:avLst/>
            <a:gdLst/>
            <a:ahLst/>
            <a:cxnLst/>
            <a:rect r="r" b="b" t="t" l="l"/>
            <a:pathLst>
              <a:path h="3445946" w="3954044">
                <a:moveTo>
                  <a:pt x="0" y="0"/>
                </a:moveTo>
                <a:lnTo>
                  <a:pt x="3954044" y="0"/>
                </a:lnTo>
                <a:lnTo>
                  <a:pt x="3954044" y="3445946"/>
                </a:lnTo>
                <a:lnTo>
                  <a:pt x="0" y="3445946"/>
                </a:lnTo>
                <a:lnTo>
                  <a:pt x="0" y="0"/>
                </a:lnTo>
                <a:close/>
              </a:path>
            </a:pathLst>
          </a:custGeom>
          <a:blipFill>
            <a:blip r:embed="rId22">
              <a:extLst>
                <a:ext uri="{96DAC541-7B7A-43D3-8B79-37D633B846F1}">
                  <asvg:svgBlip xmlns:asvg="http://schemas.microsoft.com/office/drawing/2016/SVG/main" r:embed="rId23"/>
                </a:ext>
              </a:extLst>
            </a:blip>
            <a:stretch>
              <a:fillRect l="0" t="-62" r="0" b="-62"/>
            </a:stretch>
          </a:blipFill>
        </p:spPr>
      </p:sp>
      <p:sp>
        <p:nvSpPr>
          <p:cNvPr name="Freeform 13" id="13"/>
          <p:cNvSpPr/>
          <p:nvPr/>
        </p:nvSpPr>
        <p:spPr>
          <a:xfrm flipH="false" flipV="false" rot="0">
            <a:off x="4651577" y="92583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l="0" t="-34" r="0" b="-34"/>
            </a:stretch>
          </a:blipFill>
        </p:spPr>
      </p:sp>
      <p:sp>
        <p:nvSpPr>
          <p:cNvPr name="Freeform 14" id="14"/>
          <p:cNvSpPr/>
          <p:nvPr/>
        </p:nvSpPr>
        <p:spPr>
          <a:xfrm flipH="false" flipV="false" rot="-3601192">
            <a:off x="-2043547" y="3332263"/>
            <a:ext cx="3407048" cy="3170826"/>
          </a:xfrm>
          <a:custGeom>
            <a:avLst/>
            <a:gdLst/>
            <a:ahLst/>
            <a:cxnLst/>
            <a:rect r="r" b="b" t="t" l="l"/>
            <a:pathLst>
              <a:path h="3170826" w="3407048">
                <a:moveTo>
                  <a:pt x="0" y="0"/>
                </a:moveTo>
                <a:lnTo>
                  <a:pt x="3407048" y="0"/>
                </a:lnTo>
                <a:lnTo>
                  <a:pt x="3407048" y="3170826"/>
                </a:lnTo>
                <a:lnTo>
                  <a:pt x="0" y="3170826"/>
                </a:lnTo>
                <a:lnTo>
                  <a:pt x="0" y="0"/>
                </a:lnTo>
                <a:close/>
              </a:path>
            </a:pathLst>
          </a:custGeom>
          <a:blipFill>
            <a:blip r:embed="rId26">
              <a:extLst>
                <a:ext uri="{96DAC541-7B7A-43D3-8B79-37D633B846F1}">
                  <asvg:svgBlip xmlns:asvg="http://schemas.microsoft.com/office/drawing/2016/SVG/main" r:embed="rId27"/>
                </a:ext>
              </a:extLst>
            </a:blip>
            <a:stretch>
              <a:fillRect l="0" t="-123" r="0" b="-123"/>
            </a:stretch>
          </a:blipFill>
        </p:spPr>
      </p:sp>
      <p:sp>
        <p:nvSpPr>
          <p:cNvPr name="Freeform 15" id="15"/>
          <p:cNvSpPr/>
          <p:nvPr/>
        </p:nvSpPr>
        <p:spPr>
          <a:xfrm flipH="false" flipV="false" rot="9893321">
            <a:off x="17381624" y="-626702"/>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6" id="16"/>
          <p:cNvSpPr/>
          <p:nvPr/>
        </p:nvSpPr>
        <p:spPr>
          <a:xfrm flipH="false" flipV="false" rot="0">
            <a:off x="9904074" y="-30861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8">
              <a:extLst>
                <a:ext uri="{96DAC541-7B7A-43D3-8B79-37D633B846F1}">
                  <asvg:svgBlip xmlns:asvg="http://schemas.microsoft.com/office/drawing/2016/SVG/main" r:embed="rId29"/>
                </a:ext>
              </a:extLst>
            </a:blip>
            <a:stretch>
              <a:fillRect l="0" t="-34" r="0" b="-34"/>
            </a:stretch>
          </a:blipFill>
        </p:spPr>
      </p:sp>
      <p:sp>
        <p:nvSpPr>
          <p:cNvPr name="TextBox 17" id="17"/>
          <p:cNvSpPr txBox="true"/>
          <p:nvPr/>
        </p:nvSpPr>
        <p:spPr>
          <a:xfrm rot="0">
            <a:off x="3970489" y="2319599"/>
            <a:ext cx="10347021" cy="1590734"/>
          </a:xfrm>
          <a:prstGeom prst="rect">
            <a:avLst/>
          </a:prstGeom>
        </p:spPr>
        <p:txBody>
          <a:bodyPr anchor="t" rtlCol="false" tIns="0" lIns="0" bIns="0" rIns="0">
            <a:spAutoFit/>
          </a:bodyPr>
          <a:lstStyle/>
          <a:p>
            <a:pPr algn="ctr">
              <a:lnSpc>
                <a:spcPts val="7799"/>
              </a:lnSpc>
            </a:pPr>
            <a:r>
              <a:rPr lang="en-US" sz="10001" b="true">
                <a:solidFill>
                  <a:srgbClr val="1E539A"/>
                </a:solidFill>
                <a:latin typeface="Thicker Bold"/>
                <a:ea typeface="Thicker Bold"/>
                <a:cs typeface="Thicker Bold"/>
                <a:sym typeface="Thicker Bold"/>
              </a:rPr>
              <a:t>KONSEP CRUD</a:t>
            </a:r>
          </a:p>
        </p:txBody>
      </p:sp>
      <p:sp>
        <p:nvSpPr>
          <p:cNvPr name="TextBox 18" id="18"/>
          <p:cNvSpPr txBox="true"/>
          <p:nvPr/>
        </p:nvSpPr>
        <p:spPr>
          <a:xfrm rot="0">
            <a:off x="4651577" y="3775770"/>
            <a:ext cx="9354872" cy="3700983"/>
          </a:xfrm>
          <a:prstGeom prst="rect">
            <a:avLst/>
          </a:prstGeom>
        </p:spPr>
        <p:txBody>
          <a:bodyPr anchor="t" rtlCol="false" tIns="0" lIns="0" bIns="0" rIns="0">
            <a:spAutoFit/>
          </a:bodyPr>
          <a:lstStyle/>
          <a:p>
            <a:pPr algn="l">
              <a:lnSpc>
                <a:spcPts val="4007"/>
              </a:lnSpc>
            </a:pPr>
          </a:p>
          <a:p>
            <a:pPr algn="l" marL="654345" indent="-218115" lvl="2">
              <a:lnSpc>
                <a:spcPts val="4007"/>
              </a:lnSpc>
              <a:buFont typeface="Arial"/>
              <a:buChar char="⚬"/>
            </a:pPr>
            <a:r>
              <a:rPr lang="en-US" sz="2861">
                <a:solidFill>
                  <a:srgbClr val="1E539A"/>
                </a:solidFill>
                <a:latin typeface="Agrandir"/>
                <a:ea typeface="Agrandir"/>
                <a:cs typeface="Agrandir"/>
                <a:sym typeface="Agrandir"/>
              </a:rPr>
              <a:t>Create Menambah data baru Tambah data siswa hadir</a:t>
            </a:r>
          </a:p>
          <a:p>
            <a:pPr algn="l" marL="654345" indent="-218115" lvl="2">
              <a:lnSpc>
                <a:spcPts val="4007"/>
              </a:lnSpc>
              <a:buFont typeface="Arial"/>
              <a:buChar char="⚬"/>
            </a:pPr>
            <a:r>
              <a:rPr lang="en-US" sz="2861">
                <a:solidFill>
                  <a:srgbClr val="1E539A"/>
                </a:solidFill>
                <a:latin typeface="Agrandir"/>
                <a:ea typeface="Agrandir"/>
                <a:cs typeface="Agrandir"/>
                <a:sym typeface="Agrandir"/>
              </a:rPr>
              <a:t>Read Menampilkan data Melihat daftar presensi</a:t>
            </a:r>
          </a:p>
          <a:p>
            <a:pPr algn="l" marL="654345" indent="-218115" lvl="2">
              <a:lnSpc>
                <a:spcPts val="4007"/>
              </a:lnSpc>
              <a:buFont typeface="Arial"/>
              <a:buChar char="⚬"/>
            </a:pPr>
            <a:r>
              <a:rPr lang="en-US" sz="2861">
                <a:solidFill>
                  <a:srgbClr val="1E539A"/>
                </a:solidFill>
                <a:latin typeface="Agrandir"/>
                <a:ea typeface="Agrandir"/>
                <a:cs typeface="Agrandir"/>
                <a:sym typeface="Agrandir"/>
              </a:rPr>
              <a:t>Update Mengubah data Edit status kehadiran</a:t>
            </a:r>
          </a:p>
          <a:p>
            <a:pPr algn="l" marL="654345" indent="-218115" lvl="2">
              <a:lnSpc>
                <a:spcPts val="4007"/>
              </a:lnSpc>
              <a:buFont typeface="Arial"/>
              <a:buChar char="⚬"/>
            </a:pPr>
            <a:r>
              <a:rPr lang="en-US" sz="2861">
                <a:solidFill>
                  <a:srgbClr val="1E539A"/>
                </a:solidFill>
                <a:latin typeface="Agrandir"/>
                <a:ea typeface="Agrandir"/>
                <a:cs typeface="Agrandir"/>
                <a:sym typeface="Agrandir"/>
              </a:rPr>
              <a:t>Delete Menghapus data Hapus data siswa tertentu</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395805">
            <a:off x="-1199178" y="6686550"/>
            <a:ext cx="4455755" cy="7200900"/>
          </a:xfrm>
          <a:custGeom>
            <a:avLst/>
            <a:gdLst/>
            <a:ahLst/>
            <a:cxnLst/>
            <a:rect r="r" b="b" t="t" l="l"/>
            <a:pathLst>
              <a:path h="7200900" w="4455755">
                <a:moveTo>
                  <a:pt x="0" y="0"/>
                </a:moveTo>
                <a:lnTo>
                  <a:pt x="4455755" y="0"/>
                </a:lnTo>
                <a:lnTo>
                  <a:pt x="445575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21" t="0" r="-21" b="0"/>
            </a:stretch>
          </a:blipFill>
        </p:spPr>
      </p:sp>
      <p:sp>
        <p:nvSpPr>
          <p:cNvPr name="Freeform 3" id="3"/>
          <p:cNvSpPr/>
          <p:nvPr/>
        </p:nvSpPr>
        <p:spPr>
          <a:xfrm flipH="false" flipV="false" rot="-2387687">
            <a:off x="15133174" y="-3086100"/>
            <a:ext cx="4252252" cy="6172200"/>
          </a:xfrm>
          <a:custGeom>
            <a:avLst/>
            <a:gdLst/>
            <a:ahLst/>
            <a:cxnLst/>
            <a:rect r="r" b="b" t="t" l="l"/>
            <a:pathLst>
              <a:path h="6172200" w="4252252">
                <a:moveTo>
                  <a:pt x="0" y="0"/>
                </a:moveTo>
                <a:lnTo>
                  <a:pt x="4252252" y="0"/>
                </a:lnTo>
                <a:lnTo>
                  <a:pt x="4252252" y="6172200"/>
                </a:lnTo>
                <a:lnTo>
                  <a:pt x="0" y="6172200"/>
                </a:lnTo>
                <a:lnTo>
                  <a:pt x="0" y="0"/>
                </a:lnTo>
                <a:close/>
              </a:path>
            </a:pathLst>
          </a:custGeom>
          <a:blipFill>
            <a:blip r:embed="rId4">
              <a:extLst>
                <a:ext uri="{96DAC541-7B7A-43D3-8B79-37D633B846F1}">
                  <asvg:svgBlip xmlns:asvg="http://schemas.microsoft.com/office/drawing/2016/SVG/main" r:embed="rId5"/>
                </a:ext>
              </a:extLst>
            </a:blip>
            <a:stretch>
              <a:fillRect l="0" t="-13" r="0" b="-13"/>
            </a:stretch>
          </a:blipFill>
        </p:spPr>
      </p:sp>
      <p:sp>
        <p:nvSpPr>
          <p:cNvPr name="Freeform 4" id="4"/>
          <p:cNvSpPr/>
          <p:nvPr/>
        </p:nvSpPr>
        <p:spPr>
          <a:xfrm flipH="false" flipV="false" rot="0">
            <a:off x="14547224" y="7476754"/>
            <a:ext cx="5424153" cy="5620493"/>
          </a:xfrm>
          <a:custGeom>
            <a:avLst/>
            <a:gdLst/>
            <a:ahLst/>
            <a:cxnLst/>
            <a:rect r="r" b="b" t="t" l="l"/>
            <a:pathLst>
              <a:path h="5620493" w="5424153">
                <a:moveTo>
                  <a:pt x="0" y="0"/>
                </a:moveTo>
                <a:lnTo>
                  <a:pt x="5424153" y="0"/>
                </a:lnTo>
                <a:lnTo>
                  <a:pt x="5424153" y="5620493"/>
                </a:lnTo>
                <a:lnTo>
                  <a:pt x="0" y="5620493"/>
                </a:lnTo>
                <a:lnTo>
                  <a:pt x="0" y="0"/>
                </a:lnTo>
                <a:close/>
              </a:path>
            </a:pathLst>
          </a:custGeom>
          <a:blipFill>
            <a:blip r:embed="rId6">
              <a:extLst>
                <a:ext uri="{96DAC541-7B7A-43D3-8B79-37D633B846F1}">
                  <asvg:svgBlip xmlns:asvg="http://schemas.microsoft.com/office/drawing/2016/SVG/main" r:embed="rId7"/>
                </a:ext>
              </a:extLst>
            </a:blip>
            <a:stretch>
              <a:fillRect l="0" t="-31" r="0" b="-31"/>
            </a:stretch>
          </a:blipFill>
        </p:spPr>
      </p:sp>
      <p:sp>
        <p:nvSpPr>
          <p:cNvPr name="Freeform 5" id="5"/>
          <p:cNvSpPr/>
          <p:nvPr/>
        </p:nvSpPr>
        <p:spPr>
          <a:xfrm flipH="false" flipV="false" rot="0">
            <a:off x="-2564556" y="-3084733"/>
            <a:ext cx="6096499" cy="6169465"/>
          </a:xfrm>
          <a:custGeom>
            <a:avLst/>
            <a:gdLst/>
            <a:ahLst/>
            <a:cxnLst/>
            <a:rect r="r" b="b" t="t" l="l"/>
            <a:pathLst>
              <a:path h="6169465" w="6096499">
                <a:moveTo>
                  <a:pt x="0" y="0"/>
                </a:moveTo>
                <a:lnTo>
                  <a:pt x="6096499" y="0"/>
                </a:lnTo>
                <a:lnTo>
                  <a:pt x="6096499" y="6169465"/>
                </a:lnTo>
                <a:lnTo>
                  <a:pt x="0" y="6169465"/>
                </a:lnTo>
                <a:lnTo>
                  <a:pt x="0" y="0"/>
                </a:lnTo>
                <a:close/>
              </a:path>
            </a:pathLst>
          </a:custGeom>
          <a:blipFill>
            <a:blip r:embed="rId8">
              <a:extLst>
                <a:ext uri="{96DAC541-7B7A-43D3-8B79-37D633B846F1}">
                  <asvg:svgBlip xmlns:asvg="http://schemas.microsoft.com/office/drawing/2016/SVG/main" r:embed="rId9"/>
                </a:ext>
              </a:extLst>
            </a:blip>
            <a:stretch>
              <a:fillRect l="-51" t="0" r="-51" b="0"/>
            </a:stretch>
          </a:blipFill>
        </p:spPr>
      </p:sp>
      <p:sp>
        <p:nvSpPr>
          <p:cNvPr name="Freeform 6" id="6"/>
          <p:cNvSpPr/>
          <p:nvPr/>
        </p:nvSpPr>
        <p:spPr>
          <a:xfrm flipH="false" flipV="false" rot="0">
            <a:off x="7425651" y="9258300"/>
            <a:ext cx="4956846" cy="4114800"/>
          </a:xfrm>
          <a:custGeom>
            <a:avLst/>
            <a:gdLst/>
            <a:ahLst/>
            <a:cxnLst/>
            <a:rect r="r" b="b" t="t" l="l"/>
            <a:pathLst>
              <a:path h="4114800" w="4956846">
                <a:moveTo>
                  <a:pt x="0" y="0"/>
                </a:moveTo>
                <a:lnTo>
                  <a:pt x="4956846" y="0"/>
                </a:lnTo>
                <a:lnTo>
                  <a:pt x="495684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57" t="0" r="-57" b="0"/>
            </a:stretch>
          </a:blipFill>
        </p:spPr>
      </p:sp>
      <p:sp>
        <p:nvSpPr>
          <p:cNvPr name="Freeform 7" id="7"/>
          <p:cNvSpPr/>
          <p:nvPr/>
        </p:nvSpPr>
        <p:spPr>
          <a:xfrm flipH="false" flipV="false" rot="-10697269">
            <a:off x="6836794" y="-2860376"/>
            <a:ext cx="4403163" cy="4114800"/>
          </a:xfrm>
          <a:custGeom>
            <a:avLst/>
            <a:gdLst/>
            <a:ahLst/>
            <a:cxnLst/>
            <a:rect r="r" b="b" t="t" l="l"/>
            <a:pathLst>
              <a:path h="4114800" w="4403163">
                <a:moveTo>
                  <a:pt x="0" y="0"/>
                </a:moveTo>
                <a:lnTo>
                  <a:pt x="4403163" y="0"/>
                </a:lnTo>
                <a:lnTo>
                  <a:pt x="4403163"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37" r="0" b="-37"/>
            </a:stretch>
          </a:blipFill>
        </p:spPr>
      </p:sp>
      <p:sp>
        <p:nvSpPr>
          <p:cNvPr name="Freeform 8" id="8"/>
          <p:cNvSpPr/>
          <p:nvPr/>
        </p:nvSpPr>
        <p:spPr>
          <a:xfrm flipH="false" flipV="false" rot="0">
            <a:off x="15428556" y="815998"/>
            <a:ext cx="2247563" cy="1357698"/>
          </a:xfrm>
          <a:custGeom>
            <a:avLst/>
            <a:gdLst/>
            <a:ahLst/>
            <a:cxnLst/>
            <a:rect r="r" b="b" t="t" l="l"/>
            <a:pathLst>
              <a:path h="1357698" w="2247563">
                <a:moveTo>
                  <a:pt x="0" y="0"/>
                </a:moveTo>
                <a:lnTo>
                  <a:pt x="2247563" y="0"/>
                </a:lnTo>
                <a:lnTo>
                  <a:pt x="2247563" y="1357698"/>
                </a:lnTo>
                <a:lnTo>
                  <a:pt x="0" y="1357698"/>
                </a:lnTo>
                <a:lnTo>
                  <a:pt x="0" y="0"/>
                </a:lnTo>
                <a:close/>
              </a:path>
            </a:pathLst>
          </a:custGeom>
          <a:blipFill>
            <a:blip r:embed="rId14">
              <a:extLst>
                <a:ext uri="{96DAC541-7B7A-43D3-8B79-37D633B846F1}">
                  <asvg:svgBlip xmlns:asvg="http://schemas.microsoft.com/office/drawing/2016/SVG/main" r:embed="rId15"/>
                </a:ext>
              </a:extLst>
            </a:blip>
            <a:stretch>
              <a:fillRect l="0" t="-153" r="0" b="-153"/>
            </a:stretch>
          </a:blipFill>
        </p:spPr>
      </p:sp>
      <p:sp>
        <p:nvSpPr>
          <p:cNvPr name="Freeform 9" id="9"/>
          <p:cNvSpPr/>
          <p:nvPr/>
        </p:nvSpPr>
        <p:spPr>
          <a:xfrm flipH="false" flipV="false" rot="0">
            <a:off x="3847083" y="-1536582"/>
            <a:ext cx="2224512" cy="2410310"/>
          </a:xfrm>
          <a:custGeom>
            <a:avLst/>
            <a:gdLst/>
            <a:ahLst/>
            <a:cxnLst/>
            <a:rect r="r" b="b" t="t" l="l"/>
            <a:pathLst>
              <a:path h="2410310" w="2224512">
                <a:moveTo>
                  <a:pt x="0" y="0"/>
                </a:moveTo>
                <a:lnTo>
                  <a:pt x="2224512" y="0"/>
                </a:lnTo>
                <a:lnTo>
                  <a:pt x="2224512" y="2410310"/>
                </a:lnTo>
                <a:lnTo>
                  <a:pt x="0" y="2410310"/>
                </a:lnTo>
                <a:lnTo>
                  <a:pt x="0" y="0"/>
                </a:lnTo>
                <a:close/>
              </a:path>
            </a:pathLst>
          </a:custGeom>
          <a:blipFill>
            <a:blip r:embed="rId16">
              <a:extLst>
                <a:ext uri="{96DAC541-7B7A-43D3-8B79-37D633B846F1}">
                  <asvg:svgBlip xmlns:asvg="http://schemas.microsoft.com/office/drawing/2016/SVG/main" r:embed="rId17"/>
                </a:ext>
              </a:extLst>
            </a:blip>
            <a:stretch>
              <a:fillRect l="0" t="-89" r="0" b="-89"/>
            </a:stretch>
          </a:blipFill>
        </p:spPr>
      </p:sp>
      <p:sp>
        <p:nvSpPr>
          <p:cNvPr name="Freeform 10" id="10"/>
          <p:cNvSpPr/>
          <p:nvPr/>
        </p:nvSpPr>
        <p:spPr>
          <a:xfrm flipH="false" flipV="false" rot="0">
            <a:off x="11300447" y="8623796"/>
            <a:ext cx="3700856" cy="3326408"/>
          </a:xfrm>
          <a:custGeom>
            <a:avLst/>
            <a:gdLst/>
            <a:ahLst/>
            <a:cxnLst/>
            <a:rect r="r" b="b" t="t" l="l"/>
            <a:pathLst>
              <a:path h="3326408" w="3700856">
                <a:moveTo>
                  <a:pt x="0" y="0"/>
                </a:moveTo>
                <a:lnTo>
                  <a:pt x="3700856" y="0"/>
                </a:lnTo>
                <a:lnTo>
                  <a:pt x="3700856" y="3326408"/>
                </a:lnTo>
                <a:lnTo>
                  <a:pt x="0" y="3326408"/>
                </a:lnTo>
                <a:lnTo>
                  <a:pt x="0" y="0"/>
                </a:lnTo>
                <a:close/>
              </a:path>
            </a:pathLst>
          </a:custGeom>
          <a:blipFill>
            <a:blip r:embed="rId18">
              <a:extLst>
                <a:ext uri="{96DAC541-7B7A-43D3-8B79-37D633B846F1}">
                  <asvg:svgBlip xmlns:asvg="http://schemas.microsoft.com/office/drawing/2016/SVG/main" r:embed="rId19"/>
                </a:ext>
              </a:extLst>
            </a:blip>
            <a:stretch>
              <a:fillRect l="0" t="-51" r="0" b="-51"/>
            </a:stretch>
          </a:blipFill>
        </p:spPr>
      </p:sp>
      <p:sp>
        <p:nvSpPr>
          <p:cNvPr name="Freeform 11" id="11"/>
          <p:cNvSpPr/>
          <p:nvPr/>
        </p:nvSpPr>
        <p:spPr>
          <a:xfrm flipH="false" flipV="false" rot="-1169111">
            <a:off x="-2399072" y="8233834"/>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2" id="12"/>
          <p:cNvSpPr/>
          <p:nvPr/>
        </p:nvSpPr>
        <p:spPr>
          <a:xfrm flipH="false" flipV="false" rot="0">
            <a:off x="16914074" y="4722009"/>
            <a:ext cx="3954044" cy="3445946"/>
          </a:xfrm>
          <a:custGeom>
            <a:avLst/>
            <a:gdLst/>
            <a:ahLst/>
            <a:cxnLst/>
            <a:rect r="r" b="b" t="t" l="l"/>
            <a:pathLst>
              <a:path h="3445946" w="3954044">
                <a:moveTo>
                  <a:pt x="0" y="0"/>
                </a:moveTo>
                <a:lnTo>
                  <a:pt x="3954044" y="0"/>
                </a:lnTo>
                <a:lnTo>
                  <a:pt x="3954044" y="3445946"/>
                </a:lnTo>
                <a:lnTo>
                  <a:pt x="0" y="3445946"/>
                </a:lnTo>
                <a:lnTo>
                  <a:pt x="0" y="0"/>
                </a:lnTo>
                <a:close/>
              </a:path>
            </a:pathLst>
          </a:custGeom>
          <a:blipFill>
            <a:blip r:embed="rId22">
              <a:extLst>
                <a:ext uri="{96DAC541-7B7A-43D3-8B79-37D633B846F1}">
                  <asvg:svgBlip xmlns:asvg="http://schemas.microsoft.com/office/drawing/2016/SVG/main" r:embed="rId23"/>
                </a:ext>
              </a:extLst>
            </a:blip>
            <a:stretch>
              <a:fillRect l="0" t="-62" r="0" b="-62"/>
            </a:stretch>
          </a:blipFill>
        </p:spPr>
      </p:sp>
      <p:sp>
        <p:nvSpPr>
          <p:cNvPr name="Freeform 13" id="13"/>
          <p:cNvSpPr/>
          <p:nvPr/>
        </p:nvSpPr>
        <p:spPr>
          <a:xfrm flipH="false" flipV="false" rot="0">
            <a:off x="4651577" y="92583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l="0" t="-34" r="0" b="-34"/>
            </a:stretch>
          </a:blipFill>
        </p:spPr>
      </p:sp>
      <p:sp>
        <p:nvSpPr>
          <p:cNvPr name="Freeform 14" id="14"/>
          <p:cNvSpPr/>
          <p:nvPr/>
        </p:nvSpPr>
        <p:spPr>
          <a:xfrm flipH="false" flipV="false" rot="-3601192">
            <a:off x="-2043547" y="3332263"/>
            <a:ext cx="3407048" cy="3170826"/>
          </a:xfrm>
          <a:custGeom>
            <a:avLst/>
            <a:gdLst/>
            <a:ahLst/>
            <a:cxnLst/>
            <a:rect r="r" b="b" t="t" l="l"/>
            <a:pathLst>
              <a:path h="3170826" w="3407048">
                <a:moveTo>
                  <a:pt x="0" y="0"/>
                </a:moveTo>
                <a:lnTo>
                  <a:pt x="3407048" y="0"/>
                </a:lnTo>
                <a:lnTo>
                  <a:pt x="3407048" y="3170826"/>
                </a:lnTo>
                <a:lnTo>
                  <a:pt x="0" y="3170826"/>
                </a:lnTo>
                <a:lnTo>
                  <a:pt x="0" y="0"/>
                </a:lnTo>
                <a:close/>
              </a:path>
            </a:pathLst>
          </a:custGeom>
          <a:blipFill>
            <a:blip r:embed="rId26">
              <a:extLst>
                <a:ext uri="{96DAC541-7B7A-43D3-8B79-37D633B846F1}">
                  <asvg:svgBlip xmlns:asvg="http://schemas.microsoft.com/office/drawing/2016/SVG/main" r:embed="rId27"/>
                </a:ext>
              </a:extLst>
            </a:blip>
            <a:stretch>
              <a:fillRect l="0" t="-123" r="0" b="-123"/>
            </a:stretch>
          </a:blipFill>
        </p:spPr>
      </p:sp>
      <p:sp>
        <p:nvSpPr>
          <p:cNvPr name="Freeform 15" id="15"/>
          <p:cNvSpPr/>
          <p:nvPr/>
        </p:nvSpPr>
        <p:spPr>
          <a:xfrm flipH="false" flipV="false" rot="9893321">
            <a:off x="17381624" y="-626702"/>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6" id="16"/>
          <p:cNvSpPr/>
          <p:nvPr/>
        </p:nvSpPr>
        <p:spPr>
          <a:xfrm flipH="false" flipV="false" rot="0">
            <a:off x="9904074" y="-30861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8">
              <a:extLst>
                <a:ext uri="{96DAC541-7B7A-43D3-8B79-37D633B846F1}">
                  <asvg:svgBlip xmlns:asvg="http://schemas.microsoft.com/office/drawing/2016/SVG/main" r:embed="rId29"/>
                </a:ext>
              </a:extLst>
            </a:blip>
            <a:stretch>
              <a:fillRect l="0" t="-34" r="0" b="-34"/>
            </a:stretch>
          </a:blipFill>
        </p:spPr>
      </p:sp>
      <p:grpSp>
        <p:nvGrpSpPr>
          <p:cNvPr name="Group 17" id="17"/>
          <p:cNvGrpSpPr/>
          <p:nvPr/>
        </p:nvGrpSpPr>
        <p:grpSpPr>
          <a:xfrm rot="0">
            <a:off x="7307266" y="2399113"/>
            <a:ext cx="3218783" cy="6592830"/>
            <a:chOff x="0" y="0"/>
            <a:chExt cx="4291711" cy="8790440"/>
          </a:xfrm>
        </p:grpSpPr>
        <p:sp>
          <p:nvSpPr>
            <p:cNvPr name="Freeform 18" id="18"/>
            <p:cNvSpPr/>
            <p:nvPr/>
          </p:nvSpPr>
          <p:spPr>
            <a:xfrm flipH="false" flipV="false" rot="0">
              <a:off x="0" y="0"/>
              <a:ext cx="4291711" cy="8790432"/>
            </a:xfrm>
            <a:custGeom>
              <a:avLst/>
              <a:gdLst/>
              <a:ahLst/>
              <a:cxnLst/>
              <a:rect r="r" b="b" t="t" l="l"/>
              <a:pathLst>
                <a:path h="8790432" w="4291711">
                  <a:moveTo>
                    <a:pt x="0" y="0"/>
                  </a:moveTo>
                  <a:lnTo>
                    <a:pt x="4291711" y="0"/>
                  </a:lnTo>
                  <a:lnTo>
                    <a:pt x="4291711" y="8790432"/>
                  </a:lnTo>
                  <a:lnTo>
                    <a:pt x="0" y="8790432"/>
                  </a:lnTo>
                  <a:lnTo>
                    <a:pt x="0" y="0"/>
                  </a:lnTo>
                  <a:close/>
                </a:path>
              </a:pathLst>
            </a:custGeom>
            <a:blipFill>
              <a:blip r:embed="rId30"/>
              <a:stretch>
                <a:fillRect l="0" t="-566" r="0" b="-566"/>
              </a:stretch>
            </a:blipFill>
          </p:spPr>
        </p:sp>
      </p:grpSp>
      <p:sp>
        <p:nvSpPr>
          <p:cNvPr name="TextBox 19" id="19"/>
          <p:cNvSpPr txBox="true"/>
          <p:nvPr/>
        </p:nvSpPr>
        <p:spPr>
          <a:xfrm rot="0">
            <a:off x="3970489" y="1059122"/>
            <a:ext cx="10347021" cy="1590734"/>
          </a:xfrm>
          <a:prstGeom prst="rect">
            <a:avLst/>
          </a:prstGeom>
        </p:spPr>
        <p:txBody>
          <a:bodyPr anchor="t" rtlCol="false" tIns="0" lIns="0" bIns="0" rIns="0">
            <a:spAutoFit/>
          </a:bodyPr>
          <a:lstStyle/>
          <a:p>
            <a:pPr algn="ctr">
              <a:lnSpc>
                <a:spcPts val="7799"/>
              </a:lnSpc>
            </a:pPr>
            <a:r>
              <a:rPr lang="en-US" sz="10001" b="true">
                <a:solidFill>
                  <a:srgbClr val="1E539A"/>
                </a:solidFill>
                <a:latin typeface="Thicker Bold"/>
                <a:ea typeface="Thicker Bold"/>
                <a:cs typeface="Thicker Bold"/>
                <a:sym typeface="Thicker Bold"/>
              </a:rPr>
              <a:t>DESAIN UI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395805">
            <a:off x="-1199178" y="6686550"/>
            <a:ext cx="4455755" cy="7200900"/>
          </a:xfrm>
          <a:custGeom>
            <a:avLst/>
            <a:gdLst/>
            <a:ahLst/>
            <a:cxnLst/>
            <a:rect r="r" b="b" t="t" l="l"/>
            <a:pathLst>
              <a:path h="7200900" w="4455755">
                <a:moveTo>
                  <a:pt x="0" y="0"/>
                </a:moveTo>
                <a:lnTo>
                  <a:pt x="4455755" y="0"/>
                </a:lnTo>
                <a:lnTo>
                  <a:pt x="445575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21" t="0" r="-21" b="0"/>
            </a:stretch>
          </a:blipFill>
        </p:spPr>
      </p:sp>
      <p:sp>
        <p:nvSpPr>
          <p:cNvPr name="Freeform 3" id="3"/>
          <p:cNvSpPr/>
          <p:nvPr/>
        </p:nvSpPr>
        <p:spPr>
          <a:xfrm flipH="false" flipV="false" rot="-2387687">
            <a:off x="15133174" y="-3086100"/>
            <a:ext cx="4252252" cy="6172200"/>
          </a:xfrm>
          <a:custGeom>
            <a:avLst/>
            <a:gdLst/>
            <a:ahLst/>
            <a:cxnLst/>
            <a:rect r="r" b="b" t="t" l="l"/>
            <a:pathLst>
              <a:path h="6172200" w="4252252">
                <a:moveTo>
                  <a:pt x="0" y="0"/>
                </a:moveTo>
                <a:lnTo>
                  <a:pt x="4252252" y="0"/>
                </a:lnTo>
                <a:lnTo>
                  <a:pt x="4252252" y="6172200"/>
                </a:lnTo>
                <a:lnTo>
                  <a:pt x="0" y="6172200"/>
                </a:lnTo>
                <a:lnTo>
                  <a:pt x="0" y="0"/>
                </a:lnTo>
                <a:close/>
              </a:path>
            </a:pathLst>
          </a:custGeom>
          <a:blipFill>
            <a:blip r:embed="rId4">
              <a:extLst>
                <a:ext uri="{96DAC541-7B7A-43D3-8B79-37D633B846F1}">
                  <asvg:svgBlip xmlns:asvg="http://schemas.microsoft.com/office/drawing/2016/SVG/main" r:embed="rId5"/>
                </a:ext>
              </a:extLst>
            </a:blip>
            <a:stretch>
              <a:fillRect l="0" t="-13" r="0" b="-13"/>
            </a:stretch>
          </a:blipFill>
        </p:spPr>
      </p:sp>
      <p:sp>
        <p:nvSpPr>
          <p:cNvPr name="Freeform 4" id="4"/>
          <p:cNvSpPr/>
          <p:nvPr/>
        </p:nvSpPr>
        <p:spPr>
          <a:xfrm flipH="false" flipV="false" rot="0">
            <a:off x="14547224" y="7476754"/>
            <a:ext cx="5424153" cy="5620493"/>
          </a:xfrm>
          <a:custGeom>
            <a:avLst/>
            <a:gdLst/>
            <a:ahLst/>
            <a:cxnLst/>
            <a:rect r="r" b="b" t="t" l="l"/>
            <a:pathLst>
              <a:path h="5620493" w="5424153">
                <a:moveTo>
                  <a:pt x="0" y="0"/>
                </a:moveTo>
                <a:lnTo>
                  <a:pt x="5424153" y="0"/>
                </a:lnTo>
                <a:lnTo>
                  <a:pt x="5424153" y="5620493"/>
                </a:lnTo>
                <a:lnTo>
                  <a:pt x="0" y="5620493"/>
                </a:lnTo>
                <a:lnTo>
                  <a:pt x="0" y="0"/>
                </a:lnTo>
                <a:close/>
              </a:path>
            </a:pathLst>
          </a:custGeom>
          <a:blipFill>
            <a:blip r:embed="rId6">
              <a:extLst>
                <a:ext uri="{96DAC541-7B7A-43D3-8B79-37D633B846F1}">
                  <asvg:svgBlip xmlns:asvg="http://schemas.microsoft.com/office/drawing/2016/SVG/main" r:embed="rId7"/>
                </a:ext>
              </a:extLst>
            </a:blip>
            <a:stretch>
              <a:fillRect l="0" t="-31" r="0" b="-31"/>
            </a:stretch>
          </a:blipFill>
        </p:spPr>
      </p:sp>
      <p:sp>
        <p:nvSpPr>
          <p:cNvPr name="Freeform 5" id="5"/>
          <p:cNvSpPr/>
          <p:nvPr/>
        </p:nvSpPr>
        <p:spPr>
          <a:xfrm flipH="false" flipV="false" rot="0">
            <a:off x="-2564556" y="-3084733"/>
            <a:ext cx="6096499" cy="6169465"/>
          </a:xfrm>
          <a:custGeom>
            <a:avLst/>
            <a:gdLst/>
            <a:ahLst/>
            <a:cxnLst/>
            <a:rect r="r" b="b" t="t" l="l"/>
            <a:pathLst>
              <a:path h="6169465" w="6096499">
                <a:moveTo>
                  <a:pt x="0" y="0"/>
                </a:moveTo>
                <a:lnTo>
                  <a:pt x="6096499" y="0"/>
                </a:lnTo>
                <a:lnTo>
                  <a:pt x="6096499" y="6169465"/>
                </a:lnTo>
                <a:lnTo>
                  <a:pt x="0" y="6169465"/>
                </a:lnTo>
                <a:lnTo>
                  <a:pt x="0" y="0"/>
                </a:lnTo>
                <a:close/>
              </a:path>
            </a:pathLst>
          </a:custGeom>
          <a:blipFill>
            <a:blip r:embed="rId8">
              <a:extLst>
                <a:ext uri="{96DAC541-7B7A-43D3-8B79-37D633B846F1}">
                  <asvg:svgBlip xmlns:asvg="http://schemas.microsoft.com/office/drawing/2016/SVG/main" r:embed="rId9"/>
                </a:ext>
              </a:extLst>
            </a:blip>
            <a:stretch>
              <a:fillRect l="-51" t="0" r="-51" b="0"/>
            </a:stretch>
          </a:blipFill>
        </p:spPr>
      </p:sp>
      <p:sp>
        <p:nvSpPr>
          <p:cNvPr name="Freeform 6" id="6"/>
          <p:cNvSpPr/>
          <p:nvPr/>
        </p:nvSpPr>
        <p:spPr>
          <a:xfrm flipH="false" flipV="false" rot="0">
            <a:off x="7425651" y="9258300"/>
            <a:ext cx="4956846" cy="4114800"/>
          </a:xfrm>
          <a:custGeom>
            <a:avLst/>
            <a:gdLst/>
            <a:ahLst/>
            <a:cxnLst/>
            <a:rect r="r" b="b" t="t" l="l"/>
            <a:pathLst>
              <a:path h="4114800" w="4956846">
                <a:moveTo>
                  <a:pt x="0" y="0"/>
                </a:moveTo>
                <a:lnTo>
                  <a:pt x="4956846" y="0"/>
                </a:lnTo>
                <a:lnTo>
                  <a:pt x="495684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57" t="0" r="-57" b="0"/>
            </a:stretch>
          </a:blipFill>
        </p:spPr>
      </p:sp>
      <p:sp>
        <p:nvSpPr>
          <p:cNvPr name="Freeform 7" id="7"/>
          <p:cNvSpPr/>
          <p:nvPr/>
        </p:nvSpPr>
        <p:spPr>
          <a:xfrm flipH="false" flipV="false" rot="-10697269">
            <a:off x="6836794" y="-2860376"/>
            <a:ext cx="4403163" cy="4114800"/>
          </a:xfrm>
          <a:custGeom>
            <a:avLst/>
            <a:gdLst/>
            <a:ahLst/>
            <a:cxnLst/>
            <a:rect r="r" b="b" t="t" l="l"/>
            <a:pathLst>
              <a:path h="4114800" w="4403163">
                <a:moveTo>
                  <a:pt x="0" y="0"/>
                </a:moveTo>
                <a:lnTo>
                  <a:pt x="4403163" y="0"/>
                </a:lnTo>
                <a:lnTo>
                  <a:pt x="4403163"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37" r="0" b="-37"/>
            </a:stretch>
          </a:blipFill>
        </p:spPr>
      </p:sp>
      <p:sp>
        <p:nvSpPr>
          <p:cNvPr name="Freeform 8" id="8"/>
          <p:cNvSpPr/>
          <p:nvPr/>
        </p:nvSpPr>
        <p:spPr>
          <a:xfrm flipH="false" flipV="false" rot="0">
            <a:off x="15428556" y="815998"/>
            <a:ext cx="2247563" cy="1357698"/>
          </a:xfrm>
          <a:custGeom>
            <a:avLst/>
            <a:gdLst/>
            <a:ahLst/>
            <a:cxnLst/>
            <a:rect r="r" b="b" t="t" l="l"/>
            <a:pathLst>
              <a:path h="1357698" w="2247563">
                <a:moveTo>
                  <a:pt x="0" y="0"/>
                </a:moveTo>
                <a:lnTo>
                  <a:pt x="2247563" y="0"/>
                </a:lnTo>
                <a:lnTo>
                  <a:pt x="2247563" y="1357698"/>
                </a:lnTo>
                <a:lnTo>
                  <a:pt x="0" y="1357698"/>
                </a:lnTo>
                <a:lnTo>
                  <a:pt x="0" y="0"/>
                </a:lnTo>
                <a:close/>
              </a:path>
            </a:pathLst>
          </a:custGeom>
          <a:blipFill>
            <a:blip r:embed="rId14">
              <a:extLst>
                <a:ext uri="{96DAC541-7B7A-43D3-8B79-37D633B846F1}">
                  <asvg:svgBlip xmlns:asvg="http://schemas.microsoft.com/office/drawing/2016/SVG/main" r:embed="rId15"/>
                </a:ext>
              </a:extLst>
            </a:blip>
            <a:stretch>
              <a:fillRect l="0" t="-153" r="0" b="-153"/>
            </a:stretch>
          </a:blipFill>
        </p:spPr>
      </p:sp>
      <p:sp>
        <p:nvSpPr>
          <p:cNvPr name="Freeform 9" id="9"/>
          <p:cNvSpPr/>
          <p:nvPr/>
        </p:nvSpPr>
        <p:spPr>
          <a:xfrm flipH="false" flipV="false" rot="0">
            <a:off x="3847083" y="-1536582"/>
            <a:ext cx="2224512" cy="2410310"/>
          </a:xfrm>
          <a:custGeom>
            <a:avLst/>
            <a:gdLst/>
            <a:ahLst/>
            <a:cxnLst/>
            <a:rect r="r" b="b" t="t" l="l"/>
            <a:pathLst>
              <a:path h="2410310" w="2224512">
                <a:moveTo>
                  <a:pt x="0" y="0"/>
                </a:moveTo>
                <a:lnTo>
                  <a:pt x="2224512" y="0"/>
                </a:lnTo>
                <a:lnTo>
                  <a:pt x="2224512" y="2410310"/>
                </a:lnTo>
                <a:lnTo>
                  <a:pt x="0" y="2410310"/>
                </a:lnTo>
                <a:lnTo>
                  <a:pt x="0" y="0"/>
                </a:lnTo>
                <a:close/>
              </a:path>
            </a:pathLst>
          </a:custGeom>
          <a:blipFill>
            <a:blip r:embed="rId16">
              <a:extLst>
                <a:ext uri="{96DAC541-7B7A-43D3-8B79-37D633B846F1}">
                  <asvg:svgBlip xmlns:asvg="http://schemas.microsoft.com/office/drawing/2016/SVG/main" r:embed="rId17"/>
                </a:ext>
              </a:extLst>
            </a:blip>
            <a:stretch>
              <a:fillRect l="0" t="-89" r="0" b="-89"/>
            </a:stretch>
          </a:blipFill>
        </p:spPr>
      </p:sp>
      <p:sp>
        <p:nvSpPr>
          <p:cNvPr name="Freeform 10" id="10"/>
          <p:cNvSpPr/>
          <p:nvPr/>
        </p:nvSpPr>
        <p:spPr>
          <a:xfrm flipH="false" flipV="false" rot="0">
            <a:off x="11300447" y="8623796"/>
            <a:ext cx="3700856" cy="3326408"/>
          </a:xfrm>
          <a:custGeom>
            <a:avLst/>
            <a:gdLst/>
            <a:ahLst/>
            <a:cxnLst/>
            <a:rect r="r" b="b" t="t" l="l"/>
            <a:pathLst>
              <a:path h="3326408" w="3700856">
                <a:moveTo>
                  <a:pt x="0" y="0"/>
                </a:moveTo>
                <a:lnTo>
                  <a:pt x="3700856" y="0"/>
                </a:lnTo>
                <a:lnTo>
                  <a:pt x="3700856" y="3326408"/>
                </a:lnTo>
                <a:lnTo>
                  <a:pt x="0" y="3326408"/>
                </a:lnTo>
                <a:lnTo>
                  <a:pt x="0" y="0"/>
                </a:lnTo>
                <a:close/>
              </a:path>
            </a:pathLst>
          </a:custGeom>
          <a:blipFill>
            <a:blip r:embed="rId18">
              <a:extLst>
                <a:ext uri="{96DAC541-7B7A-43D3-8B79-37D633B846F1}">
                  <asvg:svgBlip xmlns:asvg="http://schemas.microsoft.com/office/drawing/2016/SVG/main" r:embed="rId19"/>
                </a:ext>
              </a:extLst>
            </a:blip>
            <a:stretch>
              <a:fillRect l="0" t="-51" r="0" b="-51"/>
            </a:stretch>
          </a:blipFill>
        </p:spPr>
      </p:sp>
      <p:sp>
        <p:nvSpPr>
          <p:cNvPr name="Freeform 11" id="11"/>
          <p:cNvSpPr/>
          <p:nvPr/>
        </p:nvSpPr>
        <p:spPr>
          <a:xfrm flipH="false" flipV="false" rot="-1169111">
            <a:off x="-2399072" y="8233834"/>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2" id="12"/>
          <p:cNvSpPr/>
          <p:nvPr/>
        </p:nvSpPr>
        <p:spPr>
          <a:xfrm flipH="false" flipV="false" rot="0">
            <a:off x="16914074" y="4722009"/>
            <a:ext cx="3954044" cy="3445946"/>
          </a:xfrm>
          <a:custGeom>
            <a:avLst/>
            <a:gdLst/>
            <a:ahLst/>
            <a:cxnLst/>
            <a:rect r="r" b="b" t="t" l="l"/>
            <a:pathLst>
              <a:path h="3445946" w="3954044">
                <a:moveTo>
                  <a:pt x="0" y="0"/>
                </a:moveTo>
                <a:lnTo>
                  <a:pt x="3954044" y="0"/>
                </a:lnTo>
                <a:lnTo>
                  <a:pt x="3954044" y="3445946"/>
                </a:lnTo>
                <a:lnTo>
                  <a:pt x="0" y="3445946"/>
                </a:lnTo>
                <a:lnTo>
                  <a:pt x="0" y="0"/>
                </a:lnTo>
                <a:close/>
              </a:path>
            </a:pathLst>
          </a:custGeom>
          <a:blipFill>
            <a:blip r:embed="rId22">
              <a:extLst>
                <a:ext uri="{96DAC541-7B7A-43D3-8B79-37D633B846F1}">
                  <asvg:svgBlip xmlns:asvg="http://schemas.microsoft.com/office/drawing/2016/SVG/main" r:embed="rId23"/>
                </a:ext>
              </a:extLst>
            </a:blip>
            <a:stretch>
              <a:fillRect l="0" t="-62" r="0" b="-62"/>
            </a:stretch>
          </a:blipFill>
        </p:spPr>
      </p:sp>
      <p:sp>
        <p:nvSpPr>
          <p:cNvPr name="Freeform 13" id="13"/>
          <p:cNvSpPr/>
          <p:nvPr/>
        </p:nvSpPr>
        <p:spPr>
          <a:xfrm flipH="false" flipV="false" rot="0">
            <a:off x="4651577" y="92583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l="0" t="-34" r="0" b="-34"/>
            </a:stretch>
          </a:blipFill>
        </p:spPr>
      </p:sp>
      <p:sp>
        <p:nvSpPr>
          <p:cNvPr name="Freeform 14" id="14"/>
          <p:cNvSpPr/>
          <p:nvPr/>
        </p:nvSpPr>
        <p:spPr>
          <a:xfrm flipH="false" flipV="false" rot="-3601192">
            <a:off x="-2043547" y="3332263"/>
            <a:ext cx="3407048" cy="3170826"/>
          </a:xfrm>
          <a:custGeom>
            <a:avLst/>
            <a:gdLst/>
            <a:ahLst/>
            <a:cxnLst/>
            <a:rect r="r" b="b" t="t" l="l"/>
            <a:pathLst>
              <a:path h="3170826" w="3407048">
                <a:moveTo>
                  <a:pt x="0" y="0"/>
                </a:moveTo>
                <a:lnTo>
                  <a:pt x="3407048" y="0"/>
                </a:lnTo>
                <a:lnTo>
                  <a:pt x="3407048" y="3170826"/>
                </a:lnTo>
                <a:lnTo>
                  <a:pt x="0" y="3170826"/>
                </a:lnTo>
                <a:lnTo>
                  <a:pt x="0" y="0"/>
                </a:lnTo>
                <a:close/>
              </a:path>
            </a:pathLst>
          </a:custGeom>
          <a:blipFill>
            <a:blip r:embed="rId26">
              <a:extLst>
                <a:ext uri="{96DAC541-7B7A-43D3-8B79-37D633B846F1}">
                  <asvg:svgBlip xmlns:asvg="http://schemas.microsoft.com/office/drawing/2016/SVG/main" r:embed="rId27"/>
                </a:ext>
              </a:extLst>
            </a:blip>
            <a:stretch>
              <a:fillRect l="0" t="-123" r="0" b="-123"/>
            </a:stretch>
          </a:blipFill>
        </p:spPr>
      </p:sp>
      <p:sp>
        <p:nvSpPr>
          <p:cNvPr name="Freeform 15" id="15"/>
          <p:cNvSpPr/>
          <p:nvPr/>
        </p:nvSpPr>
        <p:spPr>
          <a:xfrm flipH="false" flipV="false" rot="9893321">
            <a:off x="17381624" y="-626702"/>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6" id="16"/>
          <p:cNvSpPr/>
          <p:nvPr/>
        </p:nvSpPr>
        <p:spPr>
          <a:xfrm flipH="false" flipV="false" rot="0">
            <a:off x="9904074" y="-30861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8">
              <a:extLst>
                <a:ext uri="{96DAC541-7B7A-43D3-8B79-37D633B846F1}">
                  <asvg:svgBlip xmlns:asvg="http://schemas.microsoft.com/office/drawing/2016/SVG/main" r:embed="rId29"/>
                </a:ext>
              </a:extLst>
            </a:blip>
            <a:stretch>
              <a:fillRect l="0" t="-34" r="0" b="-34"/>
            </a:stretch>
          </a:blipFill>
        </p:spPr>
      </p:sp>
      <p:sp>
        <p:nvSpPr>
          <p:cNvPr name="TextBox 17" id="17"/>
          <p:cNvSpPr txBox="true"/>
          <p:nvPr/>
        </p:nvSpPr>
        <p:spPr>
          <a:xfrm rot="0">
            <a:off x="3531943" y="2242785"/>
            <a:ext cx="11236393" cy="5768166"/>
          </a:xfrm>
          <a:prstGeom prst="rect">
            <a:avLst/>
          </a:prstGeom>
        </p:spPr>
        <p:txBody>
          <a:bodyPr anchor="t" rtlCol="false" tIns="0" lIns="0" bIns="0" rIns="0">
            <a:spAutoFit/>
          </a:bodyPr>
          <a:lstStyle/>
          <a:p>
            <a:pPr algn="ctr">
              <a:lnSpc>
                <a:spcPts val="4419"/>
              </a:lnSpc>
            </a:pPr>
            <a:r>
              <a:rPr lang="en-US" sz="3156">
                <a:solidFill>
                  <a:srgbClr val="1E539A"/>
                </a:solidFill>
                <a:latin typeface="Agrandir"/>
                <a:ea typeface="Agrandir"/>
                <a:cs typeface="Agrandir"/>
                <a:sym typeface="Agrandir"/>
              </a:rPr>
              <a:t>&lt;!DOCTYPE html&gt;</a:t>
            </a:r>
          </a:p>
          <a:p>
            <a:pPr algn="ctr">
              <a:lnSpc>
                <a:spcPts val="4419"/>
              </a:lnSpc>
            </a:pPr>
            <a:r>
              <a:rPr lang="en-US" sz="3156">
                <a:solidFill>
                  <a:srgbClr val="1E539A"/>
                </a:solidFill>
                <a:latin typeface="Agrandir"/>
                <a:ea typeface="Agrandir"/>
                <a:cs typeface="Agrandir"/>
                <a:sym typeface="Agrandir"/>
              </a:rPr>
              <a:t>&lt;html lang="id"&gt;</a:t>
            </a:r>
          </a:p>
          <a:p>
            <a:pPr algn="ctr">
              <a:lnSpc>
                <a:spcPts val="4419"/>
              </a:lnSpc>
            </a:pPr>
            <a:r>
              <a:rPr lang="en-US" sz="3156">
                <a:solidFill>
                  <a:srgbClr val="1E539A"/>
                </a:solidFill>
                <a:latin typeface="Agrandir"/>
                <a:ea typeface="Agrandir"/>
                <a:cs typeface="Agrandir"/>
                <a:sym typeface="Agrandir"/>
              </a:rPr>
              <a:t>&lt;head&gt;</a:t>
            </a:r>
          </a:p>
          <a:p>
            <a:pPr algn="ctr">
              <a:lnSpc>
                <a:spcPts val="4419"/>
              </a:lnSpc>
            </a:pPr>
            <a:r>
              <a:rPr lang="en-US" sz="3156">
                <a:solidFill>
                  <a:srgbClr val="1E539A"/>
                </a:solidFill>
                <a:latin typeface="Agrandir"/>
                <a:ea typeface="Agrandir"/>
                <a:cs typeface="Agrandir"/>
                <a:sym typeface="Agrandir"/>
              </a:rPr>
              <a:t>  &lt;meta charset="UTF-8" /&gt;</a:t>
            </a:r>
          </a:p>
          <a:p>
            <a:pPr algn="ctr">
              <a:lnSpc>
                <a:spcPts val="4419"/>
              </a:lnSpc>
            </a:pPr>
            <a:r>
              <a:rPr lang="en-US" sz="3156">
                <a:solidFill>
                  <a:srgbClr val="1E539A"/>
                </a:solidFill>
                <a:latin typeface="Agrandir"/>
                <a:ea typeface="Agrandir"/>
                <a:cs typeface="Agrandir"/>
                <a:sym typeface="Agrandir"/>
              </a:rPr>
              <a:t>  &lt;meta name="viewport" content="width=device-width, initial-scale=1.0" /&gt;</a:t>
            </a:r>
          </a:p>
          <a:p>
            <a:pPr algn="ctr">
              <a:lnSpc>
                <a:spcPts val="4419"/>
              </a:lnSpc>
            </a:pPr>
            <a:r>
              <a:rPr lang="en-US" sz="3156">
                <a:solidFill>
                  <a:srgbClr val="1E539A"/>
                </a:solidFill>
                <a:latin typeface="Agrandir"/>
                <a:ea typeface="Agrandir"/>
                <a:cs typeface="Agrandir"/>
                <a:sym typeface="Agrandir"/>
              </a:rPr>
              <a:t>  &lt;title&gt;Presensi Digital&lt;/title&gt;</a:t>
            </a:r>
          </a:p>
          <a:p>
            <a:pPr algn="ctr">
              <a:lnSpc>
                <a:spcPts val="4419"/>
              </a:lnSpc>
            </a:pPr>
            <a:r>
              <a:rPr lang="en-US" sz="3156">
                <a:solidFill>
                  <a:srgbClr val="1E539A"/>
                </a:solidFill>
                <a:latin typeface="Agrandir"/>
                <a:ea typeface="Agrandir"/>
                <a:cs typeface="Agrandir"/>
                <a:sym typeface="Agrandir"/>
              </a:rPr>
              <a:t>  &lt;link href="https://fonts.googleapis.com/css2?family=Poppins:wght@400;600&amp;display=swap" rel="stylesheet" /&gt;</a:t>
            </a:r>
          </a:p>
        </p:txBody>
      </p:sp>
      <p:sp>
        <p:nvSpPr>
          <p:cNvPr name="TextBox 18" id="18"/>
          <p:cNvSpPr txBox="true"/>
          <p:nvPr/>
        </p:nvSpPr>
        <p:spPr>
          <a:xfrm rot="0">
            <a:off x="4200203" y="1123107"/>
            <a:ext cx="10347021" cy="1590734"/>
          </a:xfrm>
          <a:prstGeom prst="rect">
            <a:avLst/>
          </a:prstGeom>
        </p:spPr>
        <p:txBody>
          <a:bodyPr anchor="t" rtlCol="false" tIns="0" lIns="0" bIns="0" rIns="0">
            <a:spAutoFit/>
          </a:bodyPr>
          <a:lstStyle/>
          <a:p>
            <a:pPr algn="ctr">
              <a:lnSpc>
                <a:spcPts val="7799"/>
              </a:lnSpc>
            </a:pPr>
            <a:r>
              <a:rPr lang="en-US" sz="10001" b="true">
                <a:solidFill>
                  <a:srgbClr val="1E539A"/>
                </a:solidFill>
                <a:latin typeface="Thicker Bold"/>
                <a:ea typeface="Thicker Bold"/>
                <a:cs typeface="Thicker Bold"/>
                <a:sym typeface="Thicker Bold"/>
              </a:rPr>
              <a:t>CUPLIKAN KODE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395805">
            <a:off x="-1199178" y="6686550"/>
            <a:ext cx="4455755" cy="7200900"/>
          </a:xfrm>
          <a:custGeom>
            <a:avLst/>
            <a:gdLst/>
            <a:ahLst/>
            <a:cxnLst/>
            <a:rect r="r" b="b" t="t" l="l"/>
            <a:pathLst>
              <a:path h="7200900" w="4455755">
                <a:moveTo>
                  <a:pt x="0" y="0"/>
                </a:moveTo>
                <a:lnTo>
                  <a:pt x="4455755" y="0"/>
                </a:lnTo>
                <a:lnTo>
                  <a:pt x="445575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21" t="0" r="-21" b="0"/>
            </a:stretch>
          </a:blipFill>
        </p:spPr>
      </p:sp>
      <p:sp>
        <p:nvSpPr>
          <p:cNvPr name="Freeform 3" id="3"/>
          <p:cNvSpPr/>
          <p:nvPr/>
        </p:nvSpPr>
        <p:spPr>
          <a:xfrm flipH="false" flipV="false" rot="-2387687">
            <a:off x="15133174" y="-3086100"/>
            <a:ext cx="4252252" cy="6172200"/>
          </a:xfrm>
          <a:custGeom>
            <a:avLst/>
            <a:gdLst/>
            <a:ahLst/>
            <a:cxnLst/>
            <a:rect r="r" b="b" t="t" l="l"/>
            <a:pathLst>
              <a:path h="6172200" w="4252252">
                <a:moveTo>
                  <a:pt x="0" y="0"/>
                </a:moveTo>
                <a:lnTo>
                  <a:pt x="4252252" y="0"/>
                </a:lnTo>
                <a:lnTo>
                  <a:pt x="4252252" y="6172200"/>
                </a:lnTo>
                <a:lnTo>
                  <a:pt x="0" y="6172200"/>
                </a:lnTo>
                <a:lnTo>
                  <a:pt x="0" y="0"/>
                </a:lnTo>
                <a:close/>
              </a:path>
            </a:pathLst>
          </a:custGeom>
          <a:blipFill>
            <a:blip r:embed="rId4">
              <a:extLst>
                <a:ext uri="{96DAC541-7B7A-43D3-8B79-37D633B846F1}">
                  <asvg:svgBlip xmlns:asvg="http://schemas.microsoft.com/office/drawing/2016/SVG/main" r:embed="rId5"/>
                </a:ext>
              </a:extLst>
            </a:blip>
            <a:stretch>
              <a:fillRect l="0" t="-13" r="0" b="-13"/>
            </a:stretch>
          </a:blipFill>
        </p:spPr>
      </p:sp>
      <p:sp>
        <p:nvSpPr>
          <p:cNvPr name="Freeform 4" id="4"/>
          <p:cNvSpPr/>
          <p:nvPr/>
        </p:nvSpPr>
        <p:spPr>
          <a:xfrm flipH="false" flipV="false" rot="0">
            <a:off x="14547224" y="7476754"/>
            <a:ext cx="5424153" cy="5620493"/>
          </a:xfrm>
          <a:custGeom>
            <a:avLst/>
            <a:gdLst/>
            <a:ahLst/>
            <a:cxnLst/>
            <a:rect r="r" b="b" t="t" l="l"/>
            <a:pathLst>
              <a:path h="5620493" w="5424153">
                <a:moveTo>
                  <a:pt x="0" y="0"/>
                </a:moveTo>
                <a:lnTo>
                  <a:pt x="5424153" y="0"/>
                </a:lnTo>
                <a:lnTo>
                  <a:pt x="5424153" y="5620493"/>
                </a:lnTo>
                <a:lnTo>
                  <a:pt x="0" y="5620493"/>
                </a:lnTo>
                <a:lnTo>
                  <a:pt x="0" y="0"/>
                </a:lnTo>
                <a:close/>
              </a:path>
            </a:pathLst>
          </a:custGeom>
          <a:blipFill>
            <a:blip r:embed="rId6">
              <a:extLst>
                <a:ext uri="{96DAC541-7B7A-43D3-8B79-37D633B846F1}">
                  <asvg:svgBlip xmlns:asvg="http://schemas.microsoft.com/office/drawing/2016/SVG/main" r:embed="rId7"/>
                </a:ext>
              </a:extLst>
            </a:blip>
            <a:stretch>
              <a:fillRect l="0" t="-31" r="0" b="-31"/>
            </a:stretch>
          </a:blipFill>
        </p:spPr>
      </p:sp>
      <p:sp>
        <p:nvSpPr>
          <p:cNvPr name="Freeform 5" id="5"/>
          <p:cNvSpPr/>
          <p:nvPr/>
        </p:nvSpPr>
        <p:spPr>
          <a:xfrm flipH="false" flipV="false" rot="0">
            <a:off x="-2564556" y="-3084733"/>
            <a:ext cx="6096499" cy="6169465"/>
          </a:xfrm>
          <a:custGeom>
            <a:avLst/>
            <a:gdLst/>
            <a:ahLst/>
            <a:cxnLst/>
            <a:rect r="r" b="b" t="t" l="l"/>
            <a:pathLst>
              <a:path h="6169465" w="6096499">
                <a:moveTo>
                  <a:pt x="0" y="0"/>
                </a:moveTo>
                <a:lnTo>
                  <a:pt x="6096499" y="0"/>
                </a:lnTo>
                <a:lnTo>
                  <a:pt x="6096499" y="6169465"/>
                </a:lnTo>
                <a:lnTo>
                  <a:pt x="0" y="6169465"/>
                </a:lnTo>
                <a:lnTo>
                  <a:pt x="0" y="0"/>
                </a:lnTo>
                <a:close/>
              </a:path>
            </a:pathLst>
          </a:custGeom>
          <a:blipFill>
            <a:blip r:embed="rId8">
              <a:extLst>
                <a:ext uri="{96DAC541-7B7A-43D3-8B79-37D633B846F1}">
                  <asvg:svgBlip xmlns:asvg="http://schemas.microsoft.com/office/drawing/2016/SVG/main" r:embed="rId9"/>
                </a:ext>
              </a:extLst>
            </a:blip>
            <a:stretch>
              <a:fillRect l="-51" t="0" r="-51" b="0"/>
            </a:stretch>
          </a:blipFill>
        </p:spPr>
      </p:sp>
      <p:sp>
        <p:nvSpPr>
          <p:cNvPr name="Freeform 6" id="6"/>
          <p:cNvSpPr/>
          <p:nvPr/>
        </p:nvSpPr>
        <p:spPr>
          <a:xfrm flipH="false" flipV="false" rot="0">
            <a:off x="7425651" y="9258300"/>
            <a:ext cx="4956846" cy="4114800"/>
          </a:xfrm>
          <a:custGeom>
            <a:avLst/>
            <a:gdLst/>
            <a:ahLst/>
            <a:cxnLst/>
            <a:rect r="r" b="b" t="t" l="l"/>
            <a:pathLst>
              <a:path h="4114800" w="4956846">
                <a:moveTo>
                  <a:pt x="0" y="0"/>
                </a:moveTo>
                <a:lnTo>
                  <a:pt x="4956846" y="0"/>
                </a:lnTo>
                <a:lnTo>
                  <a:pt x="495684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57" t="0" r="-57" b="0"/>
            </a:stretch>
          </a:blipFill>
        </p:spPr>
      </p:sp>
      <p:sp>
        <p:nvSpPr>
          <p:cNvPr name="Freeform 7" id="7"/>
          <p:cNvSpPr/>
          <p:nvPr/>
        </p:nvSpPr>
        <p:spPr>
          <a:xfrm flipH="false" flipV="false" rot="-10697269">
            <a:off x="6836794" y="-2860376"/>
            <a:ext cx="4403163" cy="4114800"/>
          </a:xfrm>
          <a:custGeom>
            <a:avLst/>
            <a:gdLst/>
            <a:ahLst/>
            <a:cxnLst/>
            <a:rect r="r" b="b" t="t" l="l"/>
            <a:pathLst>
              <a:path h="4114800" w="4403163">
                <a:moveTo>
                  <a:pt x="0" y="0"/>
                </a:moveTo>
                <a:lnTo>
                  <a:pt x="4403163" y="0"/>
                </a:lnTo>
                <a:lnTo>
                  <a:pt x="4403163"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37" r="0" b="-37"/>
            </a:stretch>
          </a:blipFill>
        </p:spPr>
      </p:sp>
      <p:sp>
        <p:nvSpPr>
          <p:cNvPr name="Freeform 8" id="8"/>
          <p:cNvSpPr/>
          <p:nvPr/>
        </p:nvSpPr>
        <p:spPr>
          <a:xfrm flipH="false" flipV="false" rot="0">
            <a:off x="15428556" y="815998"/>
            <a:ext cx="2247563" cy="1357698"/>
          </a:xfrm>
          <a:custGeom>
            <a:avLst/>
            <a:gdLst/>
            <a:ahLst/>
            <a:cxnLst/>
            <a:rect r="r" b="b" t="t" l="l"/>
            <a:pathLst>
              <a:path h="1357698" w="2247563">
                <a:moveTo>
                  <a:pt x="0" y="0"/>
                </a:moveTo>
                <a:lnTo>
                  <a:pt x="2247563" y="0"/>
                </a:lnTo>
                <a:lnTo>
                  <a:pt x="2247563" y="1357698"/>
                </a:lnTo>
                <a:lnTo>
                  <a:pt x="0" y="1357698"/>
                </a:lnTo>
                <a:lnTo>
                  <a:pt x="0" y="0"/>
                </a:lnTo>
                <a:close/>
              </a:path>
            </a:pathLst>
          </a:custGeom>
          <a:blipFill>
            <a:blip r:embed="rId14">
              <a:extLst>
                <a:ext uri="{96DAC541-7B7A-43D3-8B79-37D633B846F1}">
                  <asvg:svgBlip xmlns:asvg="http://schemas.microsoft.com/office/drawing/2016/SVG/main" r:embed="rId15"/>
                </a:ext>
              </a:extLst>
            </a:blip>
            <a:stretch>
              <a:fillRect l="0" t="-153" r="0" b="-153"/>
            </a:stretch>
          </a:blipFill>
        </p:spPr>
      </p:sp>
      <p:sp>
        <p:nvSpPr>
          <p:cNvPr name="Freeform 9" id="9"/>
          <p:cNvSpPr/>
          <p:nvPr/>
        </p:nvSpPr>
        <p:spPr>
          <a:xfrm flipH="false" flipV="false" rot="0">
            <a:off x="3847083" y="-1536582"/>
            <a:ext cx="2224512" cy="2410310"/>
          </a:xfrm>
          <a:custGeom>
            <a:avLst/>
            <a:gdLst/>
            <a:ahLst/>
            <a:cxnLst/>
            <a:rect r="r" b="b" t="t" l="l"/>
            <a:pathLst>
              <a:path h="2410310" w="2224512">
                <a:moveTo>
                  <a:pt x="0" y="0"/>
                </a:moveTo>
                <a:lnTo>
                  <a:pt x="2224512" y="0"/>
                </a:lnTo>
                <a:lnTo>
                  <a:pt x="2224512" y="2410310"/>
                </a:lnTo>
                <a:lnTo>
                  <a:pt x="0" y="2410310"/>
                </a:lnTo>
                <a:lnTo>
                  <a:pt x="0" y="0"/>
                </a:lnTo>
                <a:close/>
              </a:path>
            </a:pathLst>
          </a:custGeom>
          <a:blipFill>
            <a:blip r:embed="rId16">
              <a:extLst>
                <a:ext uri="{96DAC541-7B7A-43D3-8B79-37D633B846F1}">
                  <asvg:svgBlip xmlns:asvg="http://schemas.microsoft.com/office/drawing/2016/SVG/main" r:embed="rId17"/>
                </a:ext>
              </a:extLst>
            </a:blip>
            <a:stretch>
              <a:fillRect l="0" t="-89" r="0" b="-89"/>
            </a:stretch>
          </a:blipFill>
        </p:spPr>
      </p:sp>
      <p:sp>
        <p:nvSpPr>
          <p:cNvPr name="Freeform 10" id="10"/>
          <p:cNvSpPr/>
          <p:nvPr/>
        </p:nvSpPr>
        <p:spPr>
          <a:xfrm flipH="false" flipV="false" rot="0">
            <a:off x="11300447" y="8623796"/>
            <a:ext cx="3700856" cy="3326408"/>
          </a:xfrm>
          <a:custGeom>
            <a:avLst/>
            <a:gdLst/>
            <a:ahLst/>
            <a:cxnLst/>
            <a:rect r="r" b="b" t="t" l="l"/>
            <a:pathLst>
              <a:path h="3326408" w="3700856">
                <a:moveTo>
                  <a:pt x="0" y="0"/>
                </a:moveTo>
                <a:lnTo>
                  <a:pt x="3700856" y="0"/>
                </a:lnTo>
                <a:lnTo>
                  <a:pt x="3700856" y="3326408"/>
                </a:lnTo>
                <a:lnTo>
                  <a:pt x="0" y="3326408"/>
                </a:lnTo>
                <a:lnTo>
                  <a:pt x="0" y="0"/>
                </a:lnTo>
                <a:close/>
              </a:path>
            </a:pathLst>
          </a:custGeom>
          <a:blipFill>
            <a:blip r:embed="rId18">
              <a:extLst>
                <a:ext uri="{96DAC541-7B7A-43D3-8B79-37D633B846F1}">
                  <asvg:svgBlip xmlns:asvg="http://schemas.microsoft.com/office/drawing/2016/SVG/main" r:embed="rId19"/>
                </a:ext>
              </a:extLst>
            </a:blip>
            <a:stretch>
              <a:fillRect l="0" t="-51" r="0" b="-51"/>
            </a:stretch>
          </a:blipFill>
        </p:spPr>
      </p:sp>
      <p:sp>
        <p:nvSpPr>
          <p:cNvPr name="Freeform 11" id="11"/>
          <p:cNvSpPr/>
          <p:nvPr/>
        </p:nvSpPr>
        <p:spPr>
          <a:xfrm flipH="false" flipV="false" rot="-1169111">
            <a:off x="-2399072" y="8233834"/>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2" id="12"/>
          <p:cNvSpPr/>
          <p:nvPr/>
        </p:nvSpPr>
        <p:spPr>
          <a:xfrm flipH="false" flipV="false" rot="0">
            <a:off x="16914074" y="4722009"/>
            <a:ext cx="3954044" cy="3445946"/>
          </a:xfrm>
          <a:custGeom>
            <a:avLst/>
            <a:gdLst/>
            <a:ahLst/>
            <a:cxnLst/>
            <a:rect r="r" b="b" t="t" l="l"/>
            <a:pathLst>
              <a:path h="3445946" w="3954044">
                <a:moveTo>
                  <a:pt x="0" y="0"/>
                </a:moveTo>
                <a:lnTo>
                  <a:pt x="3954044" y="0"/>
                </a:lnTo>
                <a:lnTo>
                  <a:pt x="3954044" y="3445946"/>
                </a:lnTo>
                <a:lnTo>
                  <a:pt x="0" y="3445946"/>
                </a:lnTo>
                <a:lnTo>
                  <a:pt x="0" y="0"/>
                </a:lnTo>
                <a:close/>
              </a:path>
            </a:pathLst>
          </a:custGeom>
          <a:blipFill>
            <a:blip r:embed="rId22">
              <a:extLst>
                <a:ext uri="{96DAC541-7B7A-43D3-8B79-37D633B846F1}">
                  <asvg:svgBlip xmlns:asvg="http://schemas.microsoft.com/office/drawing/2016/SVG/main" r:embed="rId23"/>
                </a:ext>
              </a:extLst>
            </a:blip>
            <a:stretch>
              <a:fillRect l="0" t="-62" r="0" b="-62"/>
            </a:stretch>
          </a:blipFill>
        </p:spPr>
      </p:sp>
      <p:sp>
        <p:nvSpPr>
          <p:cNvPr name="Freeform 13" id="13"/>
          <p:cNvSpPr/>
          <p:nvPr/>
        </p:nvSpPr>
        <p:spPr>
          <a:xfrm flipH="false" flipV="false" rot="0">
            <a:off x="4651577" y="92583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l="0" t="-34" r="0" b="-34"/>
            </a:stretch>
          </a:blipFill>
        </p:spPr>
      </p:sp>
      <p:sp>
        <p:nvSpPr>
          <p:cNvPr name="Freeform 14" id="14"/>
          <p:cNvSpPr/>
          <p:nvPr/>
        </p:nvSpPr>
        <p:spPr>
          <a:xfrm flipH="false" flipV="false" rot="-3601192">
            <a:off x="-2043547" y="3332263"/>
            <a:ext cx="3407048" cy="3170826"/>
          </a:xfrm>
          <a:custGeom>
            <a:avLst/>
            <a:gdLst/>
            <a:ahLst/>
            <a:cxnLst/>
            <a:rect r="r" b="b" t="t" l="l"/>
            <a:pathLst>
              <a:path h="3170826" w="3407048">
                <a:moveTo>
                  <a:pt x="0" y="0"/>
                </a:moveTo>
                <a:lnTo>
                  <a:pt x="3407048" y="0"/>
                </a:lnTo>
                <a:lnTo>
                  <a:pt x="3407048" y="3170826"/>
                </a:lnTo>
                <a:lnTo>
                  <a:pt x="0" y="3170826"/>
                </a:lnTo>
                <a:lnTo>
                  <a:pt x="0" y="0"/>
                </a:lnTo>
                <a:close/>
              </a:path>
            </a:pathLst>
          </a:custGeom>
          <a:blipFill>
            <a:blip r:embed="rId26">
              <a:extLst>
                <a:ext uri="{96DAC541-7B7A-43D3-8B79-37D633B846F1}">
                  <asvg:svgBlip xmlns:asvg="http://schemas.microsoft.com/office/drawing/2016/SVG/main" r:embed="rId27"/>
                </a:ext>
              </a:extLst>
            </a:blip>
            <a:stretch>
              <a:fillRect l="0" t="-123" r="0" b="-123"/>
            </a:stretch>
          </a:blipFill>
        </p:spPr>
      </p:sp>
      <p:sp>
        <p:nvSpPr>
          <p:cNvPr name="Freeform 15" id="15"/>
          <p:cNvSpPr/>
          <p:nvPr/>
        </p:nvSpPr>
        <p:spPr>
          <a:xfrm flipH="false" flipV="false" rot="9893321">
            <a:off x="17381624" y="-626702"/>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6" id="16"/>
          <p:cNvSpPr/>
          <p:nvPr/>
        </p:nvSpPr>
        <p:spPr>
          <a:xfrm flipH="false" flipV="false" rot="0">
            <a:off x="9904074" y="-30861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8">
              <a:extLst>
                <a:ext uri="{96DAC541-7B7A-43D3-8B79-37D633B846F1}">
                  <asvg:svgBlip xmlns:asvg="http://schemas.microsoft.com/office/drawing/2016/SVG/main" r:embed="rId29"/>
                </a:ext>
              </a:extLst>
            </a:blip>
            <a:stretch>
              <a:fillRect l="0" t="-34" r="0" b="-34"/>
            </a:stretch>
          </a:blipFill>
        </p:spPr>
      </p:sp>
      <p:sp>
        <p:nvSpPr>
          <p:cNvPr name="TextBox 17" id="17"/>
          <p:cNvSpPr txBox="true"/>
          <p:nvPr/>
        </p:nvSpPr>
        <p:spPr>
          <a:xfrm rot="0">
            <a:off x="3970489" y="1493999"/>
            <a:ext cx="10347021" cy="2733734"/>
          </a:xfrm>
          <a:prstGeom prst="rect">
            <a:avLst/>
          </a:prstGeom>
        </p:spPr>
        <p:txBody>
          <a:bodyPr anchor="t" rtlCol="false" tIns="0" lIns="0" bIns="0" rIns="0">
            <a:spAutoFit/>
          </a:bodyPr>
          <a:lstStyle/>
          <a:p>
            <a:pPr algn="ctr">
              <a:lnSpc>
                <a:spcPts val="7799"/>
              </a:lnSpc>
            </a:pPr>
            <a:r>
              <a:rPr lang="en-US" sz="10001" b="true">
                <a:solidFill>
                  <a:srgbClr val="1E539A"/>
                </a:solidFill>
                <a:latin typeface="Thicker Bold"/>
                <a:ea typeface="Thicker Bold"/>
                <a:cs typeface="Thicker Bold"/>
                <a:sym typeface="Thicker Bold"/>
              </a:rPr>
              <a:t>DEMO ATAU HASIL WEBSITE</a:t>
            </a:r>
          </a:p>
        </p:txBody>
      </p:sp>
      <p:sp>
        <p:nvSpPr>
          <p:cNvPr name="TextBox 18" id="18"/>
          <p:cNvSpPr txBox="true"/>
          <p:nvPr/>
        </p:nvSpPr>
        <p:spPr>
          <a:xfrm rot="0">
            <a:off x="5298171" y="3989608"/>
            <a:ext cx="8352311" cy="3005916"/>
          </a:xfrm>
          <a:prstGeom prst="rect">
            <a:avLst/>
          </a:prstGeom>
        </p:spPr>
        <p:txBody>
          <a:bodyPr anchor="t" rtlCol="false" tIns="0" lIns="0" bIns="0" rIns="0">
            <a:spAutoFit/>
          </a:bodyPr>
          <a:lstStyle/>
          <a:p>
            <a:pPr algn="l">
              <a:lnSpc>
                <a:spcPts val="4419"/>
              </a:lnSpc>
            </a:pPr>
            <a:r>
              <a:rPr lang="en-US" sz="3156">
                <a:solidFill>
                  <a:srgbClr val="1E539A"/>
                </a:solidFill>
                <a:latin typeface="Agrandir"/>
                <a:ea typeface="Agrandir"/>
                <a:cs typeface="Agrandir"/>
                <a:sym typeface="Agrandir"/>
              </a:rPr>
              <a:t>https://www.instagram.com/reel/DPxkcnyk2tS/?igsh=d3B3OG92Y2ltdmpm Rio</a:t>
            </a:r>
          </a:p>
          <a:p>
            <a:pPr algn="l">
              <a:lnSpc>
                <a:spcPts val="4419"/>
              </a:lnSpc>
            </a:pPr>
          </a:p>
          <a:p>
            <a:pPr algn="l">
              <a:lnSpc>
                <a:spcPts val="4419"/>
              </a:lnSpc>
            </a:pPr>
            <a:r>
              <a:rPr lang="en-US" sz="3156">
                <a:solidFill>
                  <a:srgbClr val="1E539A"/>
                </a:solidFill>
                <a:latin typeface="Agrandir"/>
                <a:ea typeface="Agrandir"/>
                <a:cs typeface="Agrandir"/>
                <a:sym typeface="Agrandir"/>
              </a:rPr>
              <a:t>https://www.instagram.com/reel/DPxkTuLEiLn/?igsh=M2Y3Y2NrY3MyNGlz Radifan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395805">
            <a:off x="-1199178" y="6686550"/>
            <a:ext cx="4455755" cy="7200900"/>
          </a:xfrm>
          <a:custGeom>
            <a:avLst/>
            <a:gdLst/>
            <a:ahLst/>
            <a:cxnLst/>
            <a:rect r="r" b="b" t="t" l="l"/>
            <a:pathLst>
              <a:path h="7200900" w="4455755">
                <a:moveTo>
                  <a:pt x="0" y="0"/>
                </a:moveTo>
                <a:lnTo>
                  <a:pt x="4455755" y="0"/>
                </a:lnTo>
                <a:lnTo>
                  <a:pt x="445575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21" t="0" r="-21" b="0"/>
            </a:stretch>
          </a:blipFill>
        </p:spPr>
      </p:sp>
      <p:sp>
        <p:nvSpPr>
          <p:cNvPr name="Freeform 3" id="3"/>
          <p:cNvSpPr/>
          <p:nvPr/>
        </p:nvSpPr>
        <p:spPr>
          <a:xfrm flipH="false" flipV="false" rot="-2387687">
            <a:off x="15133174" y="-3086100"/>
            <a:ext cx="4252252" cy="6172200"/>
          </a:xfrm>
          <a:custGeom>
            <a:avLst/>
            <a:gdLst/>
            <a:ahLst/>
            <a:cxnLst/>
            <a:rect r="r" b="b" t="t" l="l"/>
            <a:pathLst>
              <a:path h="6172200" w="4252252">
                <a:moveTo>
                  <a:pt x="0" y="0"/>
                </a:moveTo>
                <a:lnTo>
                  <a:pt x="4252252" y="0"/>
                </a:lnTo>
                <a:lnTo>
                  <a:pt x="4252252" y="6172200"/>
                </a:lnTo>
                <a:lnTo>
                  <a:pt x="0" y="6172200"/>
                </a:lnTo>
                <a:lnTo>
                  <a:pt x="0" y="0"/>
                </a:lnTo>
                <a:close/>
              </a:path>
            </a:pathLst>
          </a:custGeom>
          <a:blipFill>
            <a:blip r:embed="rId4">
              <a:extLst>
                <a:ext uri="{96DAC541-7B7A-43D3-8B79-37D633B846F1}">
                  <asvg:svgBlip xmlns:asvg="http://schemas.microsoft.com/office/drawing/2016/SVG/main" r:embed="rId5"/>
                </a:ext>
              </a:extLst>
            </a:blip>
            <a:stretch>
              <a:fillRect l="0" t="-13" r="0" b="-13"/>
            </a:stretch>
          </a:blipFill>
        </p:spPr>
      </p:sp>
      <p:sp>
        <p:nvSpPr>
          <p:cNvPr name="Freeform 4" id="4"/>
          <p:cNvSpPr/>
          <p:nvPr/>
        </p:nvSpPr>
        <p:spPr>
          <a:xfrm flipH="false" flipV="false" rot="0">
            <a:off x="14547224" y="7476754"/>
            <a:ext cx="5424153" cy="5620493"/>
          </a:xfrm>
          <a:custGeom>
            <a:avLst/>
            <a:gdLst/>
            <a:ahLst/>
            <a:cxnLst/>
            <a:rect r="r" b="b" t="t" l="l"/>
            <a:pathLst>
              <a:path h="5620493" w="5424153">
                <a:moveTo>
                  <a:pt x="0" y="0"/>
                </a:moveTo>
                <a:lnTo>
                  <a:pt x="5424153" y="0"/>
                </a:lnTo>
                <a:lnTo>
                  <a:pt x="5424153" y="5620493"/>
                </a:lnTo>
                <a:lnTo>
                  <a:pt x="0" y="5620493"/>
                </a:lnTo>
                <a:lnTo>
                  <a:pt x="0" y="0"/>
                </a:lnTo>
                <a:close/>
              </a:path>
            </a:pathLst>
          </a:custGeom>
          <a:blipFill>
            <a:blip r:embed="rId6">
              <a:extLst>
                <a:ext uri="{96DAC541-7B7A-43D3-8B79-37D633B846F1}">
                  <asvg:svgBlip xmlns:asvg="http://schemas.microsoft.com/office/drawing/2016/SVG/main" r:embed="rId7"/>
                </a:ext>
              </a:extLst>
            </a:blip>
            <a:stretch>
              <a:fillRect l="0" t="-31" r="0" b="-31"/>
            </a:stretch>
          </a:blipFill>
        </p:spPr>
      </p:sp>
      <p:sp>
        <p:nvSpPr>
          <p:cNvPr name="Freeform 5" id="5"/>
          <p:cNvSpPr/>
          <p:nvPr/>
        </p:nvSpPr>
        <p:spPr>
          <a:xfrm flipH="false" flipV="false" rot="0">
            <a:off x="-2564556" y="-3084733"/>
            <a:ext cx="6096499" cy="6169465"/>
          </a:xfrm>
          <a:custGeom>
            <a:avLst/>
            <a:gdLst/>
            <a:ahLst/>
            <a:cxnLst/>
            <a:rect r="r" b="b" t="t" l="l"/>
            <a:pathLst>
              <a:path h="6169465" w="6096499">
                <a:moveTo>
                  <a:pt x="0" y="0"/>
                </a:moveTo>
                <a:lnTo>
                  <a:pt x="6096499" y="0"/>
                </a:lnTo>
                <a:lnTo>
                  <a:pt x="6096499" y="6169465"/>
                </a:lnTo>
                <a:lnTo>
                  <a:pt x="0" y="6169465"/>
                </a:lnTo>
                <a:lnTo>
                  <a:pt x="0" y="0"/>
                </a:lnTo>
                <a:close/>
              </a:path>
            </a:pathLst>
          </a:custGeom>
          <a:blipFill>
            <a:blip r:embed="rId8">
              <a:extLst>
                <a:ext uri="{96DAC541-7B7A-43D3-8B79-37D633B846F1}">
                  <asvg:svgBlip xmlns:asvg="http://schemas.microsoft.com/office/drawing/2016/SVG/main" r:embed="rId9"/>
                </a:ext>
              </a:extLst>
            </a:blip>
            <a:stretch>
              <a:fillRect l="-51" t="0" r="-51" b="0"/>
            </a:stretch>
          </a:blipFill>
        </p:spPr>
      </p:sp>
      <p:sp>
        <p:nvSpPr>
          <p:cNvPr name="Freeform 6" id="6"/>
          <p:cNvSpPr/>
          <p:nvPr/>
        </p:nvSpPr>
        <p:spPr>
          <a:xfrm flipH="false" flipV="false" rot="0">
            <a:off x="7425651" y="9258300"/>
            <a:ext cx="4956846" cy="4114800"/>
          </a:xfrm>
          <a:custGeom>
            <a:avLst/>
            <a:gdLst/>
            <a:ahLst/>
            <a:cxnLst/>
            <a:rect r="r" b="b" t="t" l="l"/>
            <a:pathLst>
              <a:path h="4114800" w="4956846">
                <a:moveTo>
                  <a:pt x="0" y="0"/>
                </a:moveTo>
                <a:lnTo>
                  <a:pt x="4956846" y="0"/>
                </a:lnTo>
                <a:lnTo>
                  <a:pt x="495684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57" t="0" r="-57" b="0"/>
            </a:stretch>
          </a:blipFill>
        </p:spPr>
      </p:sp>
      <p:sp>
        <p:nvSpPr>
          <p:cNvPr name="Freeform 7" id="7"/>
          <p:cNvSpPr/>
          <p:nvPr/>
        </p:nvSpPr>
        <p:spPr>
          <a:xfrm flipH="false" flipV="false" rot="-10697269">
            <a:off x="6836794" y="-2860376"/>
            <a:ext cx="4403163" cy="4114800"/>
          </a:xfrm>
          <a:custGeom>
            <a:avLst/>
            <a:gdLst/>
            <a:ahLst/>
            <a:cxnLst/>
            <a:rect r="r" b="b" t="t" l="l"/>
            <a:pathLst>
              <a:path h="4114800" w="4403163">
                <a:moveTo>
                  <a:pt x="0" y="0"/>
                </a:moveTo>
                <a:lnTo>
                  <a:pt x="4403163" y="0"/>
                </a:lnTo>
                <a:lnTo>
                  <a:pt x="4403163"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37" r="0" b="-37"/>
            </a:stretch>
          </a:blipFill>
        </p:spPr>
      </p:sp>
      <p:sp>
        <p:nvSpPr>
          <p:cNvPr name="Freeform 8" id="8"/>
          <p:cNvSpPr/>
          <p:nvPr/>
        </p:nvSpPr>
        <p:spPr>
          <a:xfrm flipH="false" flipV="false" rot="0">
            <a:off x="15428556" y="815998"/>
            <a:ext cx="2247563" cy="1357698"/>
          </a:xfrm>
          <a:custGeom>
            <a:avLst/>
            <a:gdLst/>
            <a:ahLst/>
            <a:cxnLst/>
            <a:rect r="r" b="b" t="t" l="l"/>
            <a:pathLst>
              <a:path h="1357698" w="2247563">
                <a:moveTo>
                  <a:pt x="0" y="0"/>
                </a:moveTo>
                <a:lnTo>
                  <a:pt x="2247563" y="0"/>
                </a:lnTo>
                <a:lnTo>
                  <a:pt x="2247563" y="1357698"/>
                </a:lnTo>
                <a:lnTo>
                  <a:pt x="0" y="1357698"/>
                </a:lnTo>
                <a:lnTo>
                  <a:pt x="0" y="0"/>
                </a:lnTo>
                <a:close/>
              </a:path>
            </a:pathLst>
          </a:custGeom>
          <a:blipFill>
            <a:blip r:embed="rId14">
              <a:extLst>
                <a:ext uri="{96DAC541-7B7A-43D3-8B79-37D633B846F1}">
                  <asvg:svgBlip xmlns:asvg="http://schemas.microsoft.com/office/drawing/2016/SVG/main" r:embed="rId15"/>
                </a:ext>
              </a:extLst>
            </a:blip>
            <a:stretch>
              <a:fillRect l="0" t="-153" r="0" b="-153"/>
            </a:stretch>
          </a:blipFill>
        </p:spPr>
      </p:sp>
      <p:sp>
        <p:nvSpPr>
          <p:cNvPr name="Freeform 9" id="9"/>
          <p:cNvSpPr/>
          <p:nvPr/>
        </p:nvSpPr>
        <p:spPr>
          <a:xfrm flipH="false" flipV="false" rot="0">
            <a:off x="3847083" y="-1536582"/>
            <a:ext cx="2224512" cy="2410310"/>
          </a:xfrm>
          <a:custGeom>
            <a:avLst/>
            <a:gdLst/>
            <a:ahLst/>
            <a:cxnLst/>
            <a:rect r="r" b="b" t="t" l="l"/>
            <a:pathLst>
              <a:path h="2410310" w="2224512">
                <a:moveTo>
                  <a:pt x="0" y="0"/>
                </a:moveTo>
                <a:lnTo>
                  <a:pt x="2224512" y="0"/>
                </a:lnTo>
                <a:lnTo>
                  <a:pt x="2224512" y="2410310"/>
                </a:lnTo>
                <a:lnTo>
                  <a:pt x="0" y="2410310"/>
                </a:lnTo>
                <a:lnTo>
                  <a:pt x="0" y="0"/>
                </a:lnTo>
                <a:close/>
              </a:path>
            </a:pathLst>
          </a:custGeom>
          <a:blipFill>
            <a:blip r:embed="rId16">
              <a:extLst>
                <a:ext uri="{96DAC541-7B7A-43D3-8B79-37D633B846F1}">
                  <asvg:svgBlip xmlns:asvg="http://schemas.microsoft.com/office/drawing/2016/SVG/main" r:embed="rId17"/>
                </a:ext>
              </a:extLst>
            </a:blip>
            <a:stretch>
              <a:fillRect l="0" t="-89" r="0" b="-89"/>
            </a:stretch>
          </a:blipFill>
        </p:spPr>
      </p:sp>
      <p:sp>
        <p:nvSpPr>
          <p:cNvPr name="Freeform 10" id="10"/>
          <p:cNvSpPr/>
          <p:nvPr/>
        </p:nvSpPr>
        <p:spPr>
          <a:xfrm flipH="false" flipV="false" rot="0">
            <a:off x="11300447" y="8623796"/>
            <a:ext cx="3700856" cy="3326408"/>
          </a:xfrm>
          <a:custGeom>
            <a:avLst/>
            <a:gdLst/>
            <a:ahLst/>
            <a:cxnLst/>
            <a:rect r="r" b="b" t="t" l="l"/>
            <a:pathLst>
              <a:path h="3326408" w="3700856">
                <a:moveTo>
                  <a:pt x="0" y="0"/>
                </a:moveTo>
                <a:lnTo>
                  <a:pt x="3700856" y="0"/>
                </a:lnTo>
                <a:lnTo>
                  <a:pt x="3700856" y="3326408"/>
                </a:lnTo>
                <a:lnTo>
                  <a:pt x="0" y="3326408"/>
                </a:lnTo>
                <a:lnTo>
                  <a:pt x="0" y="0"/>
                </a:lnTo>
                <a:close/>
              </a:path>
            </a:pathLst>
          </a:custGeom>
          <a:blipFill>
            <a:blip r:embed="rId18">
              <a:extLst>
                <a:ext uri="{96DAC541-7B7A-43D3-8B79-37D633B846F1}">
                  <asvg:svgBlip xmlns:asvg="http://schemas.microsoft.com/office/drawing/2016/SVG/main" r:embed="rId19"/>
                </a:ext>
              </a:extLst>
            </a:blip>
            <a:stretch>
              <a:fillRect l="0" t="-51" r="0" b="-51"/>
            </a:stretch>
          </a:blipFill>
        </p:spPr>
      </p:sp>
      <p:sp>
        <p:nvSpPr>
          <p:cNvPr name="Freeform 11" id="11"/>
          <p:cNvSpPr/>
          <p:nvPr/>
        </p:nvSpPr>
        <p:spPr>
          <a:xfrm flipH="false" flipV="false" rot="-1169111">
            <a:off x="-2399072" y="8233834"/>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2" id="12"/>
          <p:cNvSpPr/>
          <p:nvPr/>
        </p:nvSpPr>
        <p:spPr>
          <a:xfrm flipH="false" flipV="false" rot="0">
            <a:off x="16914074" y="4722009"/>
            <a:ext cx="3954044" cy="3445946"/>
          </a:xfrm>
          <a:custGeom>
            <a:avLst/>
            <a:gdLst/>
            <a:ahLst/>
            <a:cxnLst/>
            <a:rect r="r" b="b" t="t" l="l"/>
            <a:pathLst>
              <a:path h="3445946" w="3954044">
                <a:moveTo>
                  <a:pt x="0" y="0"/>
                </a:moveTo>
                <a:lnTo>
                  <a:pt x="3954044" y="0"/>
                </a:lnTo>
                <a:lnTo>
                  <a:pt x="3954044" y="3445946"/>
                </a:lnTo>
                <a:lnTo>
                  <a:pt x="0" y="3445946"/>
                </a:lnTo>
                <a:lnTo>
                  <a:pt x="0" y="0"/>
                </a:lnTo>
                <a:close/>
              </a:path>
            </a:pathLst>
          </a:custGeom>
          <a:blipFill>
            <a:blip r:embed="rId22">
              <a:extLst>
                <a:ext uri="{96DAC541-7B7A-43D3-8B79-37D633B846F1}">
                  <asvg:svgBlip xmlns:asvg="http://schemas.microsoft.com/office/drawing/2016/SVG/main" r:embed="rId23"/>
                </a:ext>
              </a:extLst>
            </a:blip>
            <a:stretch>
              <a:fillRect l="0" t="-62" r="0" b="-62"/>
            </a:stretch>
          </a:blipFill>
        </p:spPr>
      </p:sp>
      <p:sp>
        <p:nvSpPr>
          <p:cNvPr name="Freeform 13" id="13"/>
          <p:cNvSpPr/>
          <p:nvPr/>
        </p:nvSpPr>
        <p:spPr>
          <a:xfrm flipH="false" flipV="false" rot="0">
            <a:off x="4651577" y="92583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l="0" t="-34" r="0" b="-34"/>
            </a:stretch>
          </a:blipFill>
        </p:spPr>
      </p:sp>
      <p:sp>
        <p:nvSpPr>
          <p:cNvPr name="Freeform 14" id="14"/>
          <p:cNvSpPr/>
          <p:nvPr/>
        </p:nvSpPr>
        <p:spPr>
          <a:xfrm flipH="false" flipV="false" rot="-3601192">
            <a:off x="-2043547" y="3332263"/>
            <a:ext cx="3407048" cy="3170826"/>
          </a:xfrm>
          <a:custGeom>
            <a:avLst/>
            <a:gdLst/>
            <a:ahLst/>
            <a:cxnLst/>
            <a:rect r="r" b="b" t="t" l="l"/>
            <a:pathLst>
              <a:path h="3170826" w="3407048">
                <a:moveTo>
                  <a:pt x="0" y="0"/>
                </a:moveTo>
                <a:lnTo>
                  <a:pt x="3407048" y="0"/>
                </a:lnTo>
                <a:lnTo>
                  <a:pt x="3407048" y="3170826"/>
                </a:lnTo>
                <a:lnTo>
                  <a:pt x="0" y="3170826"/>
                </a:lnTo>
                <a:lnTo>
                  <a:pt x="0" y="0"/>
                </a:lnTo>
                <a:close/>
              </a:path>
            </a:pathLst>
          </a:custGeom>
          <a:blipFill>
            <a:blip r:embed="rId26">
              <a:extLst>
                <a:ext uri="{96DAC541-7B7A-43D3-8B79-37D633B846F1}">
                  <asvg:svgBlip xmlns:asvg="http://schemas.microsoft.com/office/drawing/2016/SVG/main" r:embed="rId27"/>
                </a:ext>
              </a:extLst>
            </a:blip>
            <a:stretch>
              <a:fillRect l="0" t="-123" r="0" b="-123"/>
            </a:stretch>
          </a:blipFill>
        </p:spPr>
      </p:sp>
      <p:sp>
        <p:nvSpPr>
          <p:cNvPr name="Freeform 15" id="15"/>
          <p:cNvSpPr/>
          <p:nvPr/>
        </p:nvSpPr>
        <p:spPr>
          <a:xfrm flipH="false" flipV="false" rot="9893321">
            <a:off x="17381624" y="-626702"/>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6" id="16"/>
          <p:cNvSpPr/>
          <p:nvPr/>
        </p:nvSpPr>
        <p:spPr>
          <a:xfrm flipH="false" flipV="false" rot="0">
            <a:off x="9904074" y="-30861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8">
              <a:extLst>
                <a:ext uri="{96DAC541-7B7A-43D3-8B79-37D633B846F1}">
                  <asvg:svgBlip xmlns:asvg="http://schemas.microsoft.com/office/drawing/2016/SVG/main" r:embed="rId29"/>
                </a:ext>
              </a:extLst>
            </a:blip>
            <a:stretch>
              <a:fillRect l="0" t="-34" r="0" b="-34"/>
            </a:stretch>
          </a:blipFill>
        </p:spPr>
      </p:sp>
      <p:sp>
        <p:nvSpPr>
          <p:cNvPr name="TextBox 17" id="17"/>
          <p:cNvSpPr txBox="true"/>
          <p:nvPr/>
        </p:nvSpPr>
        <p:spPr>
          <a:xfrm rot="0">
            <a:off x="4225781" y="1114425"/>
            <a:ext cx="10347021" cy="2733734"/>
          </a:xfrm>
          <a:prstGeom prst="rect">
            <a:avLst/>
          </a:prstGeom>
        </p:spPr>
        <p:txBody>
          <a:bodyPr anchor="t" rtlCol="false" tIns="0" lIns="0" bIns="0" rIns="0">
            <a:spAutoFit/>
          </a:bodyPr>
          <a:lstStyle/>
          <a:p>
            <a:pPr algn="ctr">
              <a:lnSpc>
                <a:spcPts val="7799"/>
              </a:lnSpc>
            </a:pPr>
            <a:r>
              <a:rPr lang="en-US" sz="10001" b="true">
                <a:solidFill>
                  <a:srgbClr val="1E539A"/>
                </a:solidFill>
                <a:latin typeface="Thicker Bold"/>
                <a:ea typeface="Thicker Bold"/>
                <a:cs typeface="Thicker Bold"/>
                <a:sym typeface="Thicker Bold"/>
              </a:rPr>
              <a:t>HASIL DAN PEMBELAJARAN </a:t>
            </a:r>
          </a:p>
        </p:txBody>
      </p:sp>
      <p:sp>
        <p:nvSpPr>
          <p:cNvPr name="TextBox 18" id="18"/>
          <p:cNvSpPr txBox="true"/>
          <p:nvPr/>
        </p:nvSpPr>
        <p:spPr>
          <a:xfrm rot="0">
            <a:off x="4651577" y="3408080"/>
            <a:ext cx="9190163" cy="5215716"/>
          </a:xfrm>
          <a:prstGeom prst="rect">
            <a:avLst/>
          </a:prstGeom>
        </p:spPr>
        <p:txBody>
          <a:bodyPr anchor="t" rtlCol="false" tIns="0" lIns="0" bIns="0" rIns="0">
            <a:spAutoFit/>
          </a:bodyPr>
          <a:lstStyle/>
          <a:p>
            <a:pPr algn="l">
              <a:lnSpc>
                <a:spcPts val="4419"/>
              </a:lnSpc>
            </a:pPr>
            <a:r>
              <a:rPr lang="en-US" sz="3156">
                <a:solidFill>
                  <a:srgbClr val="1E539A"/>
                </a:solidFill>
                <a:latin typeface="Agrandir"/>
                <a:ea typeface="Agrandir"/>
                <a:cs typeface="Agrandir"/>
                <a:sym typeface="Agrandir"/>
              </a:rPr>
              <a:t>Kami belajar:</a:t>
            </a:r>
          </a:p>
          <a:p>
            <a:pPr algn="l">
              <a:lnSpc>
                <a:spcPts val="4419"/>
              </a:lnSpc>
            </a:pPr>
          </a:p>
          <a:p>
            <a:pPr algn="l">
              <a:lnSpc>
                <a:spcPts val="4419"/>
              </a:lnSpc>
            </a:pPr>
            <a:r>
              <a:rPr lang="en-US" sz="3156">
                <a:solidFill>
                  <a:srgbClr val="1E539A"/>
                </a:solidFill>
                <a:latin typeface="Agrandir"/>
                <a:ea typeface="Agrandir"/>
                <a:cs typeface="Agrandir"/>
                <a:sym typeface="Agrandir"/>
              </a:rPr>
              <a:t>Mendesain tampilan menarik dengan Canva AI.</a:t>
            </a:r>
          </a:p>
          <a:p>
            <a:pPr algn="l">
              <a:lnSpc>
                <a:spcPts val="4419"/>
              </a:lnSpc>
            </a:pPr>
          </a:p>
          <a:p>
            <a:pPr algn="l">
              <a:lnSpc>
                <a:spcPts val="4419"/>
              </a:lnSpc>
            </a:pPr>
            <a:r>
              <a:rPr lang="en-US" sz="3156">
                <a:solidFill>
                  <a:srgbClr val="1E539A"/>
                </a:solidFill>
                <a:latin typeface="Agrandir"/>
                <a:ea typeface="Agrandir"/>
                <a:cs typeface="Agrandir"/>
                <a:sym typeface="Agrandir"/>
              </a:rPr>
              <a:t>Bekerja sama dalam tim dan membagi tugas.</a:t>
            </a:r>
          </a:p>
          <a:p>
            <a:pPr algn="l">
              <a:lnSpc>
                <a:spcPts val="4419"/>
              </a:lnSpc>
            </a:pPr>
          </a:p>
          <a:p>
            <a:pPr algn="l">
              <a:lnSpc>
                <a:spcPts val="4419"/>
              </a:lnSpc>
            </a:pPr>
            <a:r>
              <a:rPr lang="en-US" sz="3156">
                <a:solidFill>
                  <a:srgbClr val="1E539A"/>
                </a:solidFill>
                <a:latin typeface="Agrandir"/>
                <a:ea typeface="Agrandir"/>
                <a:cs typeface="Agrandir"/>
                <a:sym typeface="Agrandir"/>
              </a:rPr>
              <a:t>Website dapat mengelola data secara dinamis</a:t>
            </a:r>
          </a:p>
          <a:p>
            <a:pPr algn="l">
              <a:lnSpc>
                <a:spcPts val="4419"/>
              </a:lnSpc>
            </a:pPr>
          </a:p>
          <a:p>
            <a:pPr algn="l">
              <a:lnSpc>
                <a:spcPts val="4419"/>
              </a:lnSpc>
            </a:pPr>
            <a:r>
              <a:rPr lang="en-US" sz="3156">
                <a:solidFill>
                  <a:srgbClr val="1E539A"/>
                </a:solidFill>
                <a:latin typeface="Agrandir"/>
                <a:ea typeface="Agrandir"/>
                <a:cs typeface="Agrandir"/>
                <a:sym typeface="Agrandir"/>
              </a:rPr>
              <a:t>Belajar Logika dari Pemrograman Web</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395805">
            <a:off x="-1199178" y="6686550"/>
            <a:ext cx="4455755" cy="7200900"/>
          </a:xfrm>
          <a:custGeom>
            <a:avLst/>
            <a:gdLst/>
            <a:ahLst/>
            <a:cxnLst/>
            <a:rect r="r" b="b" t="t" l="l"/>
            <a:pathLst>
              <a:path h="7200900" w="4455755">
                <a:moveTo>
                  <a:pt x="0" y="0"/>
                </a:moveTo>
                <a:lnTo>
                  <a:pt x="4455755" y="0"/>
                </a:lnTo>
                <a:lnTo>
                  <a:pt x="445575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21" t="0" r="-21" b="0"/>
            </a:stretch>
          </a:blipFill>
        </p:spPr>
      </p:sp>
      <p:sp>
        <p:nvSpPr>
          <p:cNvPr name="Freeform 3" id="3"/>
          <p:cNvSpPr/>
          <p:nvPr/>
        </p:nvSpPr>
        <p:spPr>
          <a:xfrm flipH="false" flipV="false" rot="-2387687">
            <a:off x="15133174" y="-3086100"/>
            <a:ext cx="4252252" cy="6172200"/>
          </a:xfrm>
          <a:custGeom>
            <a:avLst/>
            <a:gdLst/>
            <a:ahLst/>
            <a:cxnLst/>
            <a:rect r="r" b="b" t="t" l="l"/>
            <a:pathLst>
              <a:path h="6172200" w="4252252">
                <a:moveTo>
                  <a:pt x="0" y="0"/>
                </a:moveTo>
                <a:lnTo>
                  <a:pt x="4252252" y="0"/>
                </a:lnTo>
                <a:lnTo>
                  <a:pt x="4252252" y="6172200"/>
                </a:lnTo>
                <a:lnTo>
                  <a:pt x="0" y="6172200"/>
                </a:lnTo>
                <a:lnTo>
                  <a:pt x="0" y="0"/>
                </a:lnTo>
                <a:close/>
              </a:path>
            </a:pathLst>
          </a:custGeom>
          <a:blipFill>
            <a:blip r:embed="rId4">
              <a:extLst>
                <a:ext uri="{96DAC541-7B7A-43D3-8B79-37D633B846F1}">
                  <asvg:svgBlip xmlns:asvg="http://schemas.microsoft.com/office/drawing/2016/SVG/main" r:embed="rId5"/>
                </a:ext>
              </a:extLst>
            </a:blip>
            <a:stretch>
              <a:fillRect l="0" t="-13" r="0" b="-13"/>
            </a:stretch>
          </a:blipFill>
        </p:spPr>
      </p:sp>
      <p:sp>
        <p:nvSpPr>
          <p:cNvPr name="Freeform 4" id="4"/>
          <p:cNvSpPr/>
          <p:nvPr/>
        </p:nvSpPr>
        <p:spPr>
          <a:xfrm flipH="false" flipV="false" rot="0">
            <a:off x="14547224" y="7476754"/>
            <a:ext cx="5424153" cy="5620493"/>
          </a:xfrm>
          <a:custGeom>
            <a:avLst/>
            <a:gdLst/>
            <a:ahLst/>
            <a:cxnLst/>
            <a:rect r="r" b="b" t="t" l="l"/>
            <a:pathLst>
              <a:path h="5620493" w="5424153">
                <a:moveTo>
                  <a:pt x="0" y="0"/>
                </a:moveTo>
                <a:lnTo>
                  <a:pt x="5424153" y="0"/>
                </a:lnTo>
                <a:lnTo>
                  <a:pt x="5424153" y="5620493"/>
                </a:lnTo>
                <a:lnTo>
                  <a:pt x="0" y="5620493"/>
                </a:lnTo>
                <a:lnTo>
                  <a:pt x="0" y="0"/>
                </a:lnTo>
                <a:close/>
              </a:path>
            </a:pathLst>
          </a:custGeom>
          <a:blipFill>
            <a:blip r:embed="rId6">
              <a:extLst>
                <a:ext uri="{96DAC541-7B7A-43D3-8B79-37D633B846F1}">
                  <asvg:svgBlip xmlns:asvg="http://schemas.microsoft.com/office/drawing/2016/SVG/main" r:embed="rId7"/>
                </a:ext>
              </a:extLst>
            </a:blip>
            <a:stretch>
              <a:fillRect l="0" t="-31" r="0" b="-31"/>
            </a:stretch>
          </a:blipFill>
        </p:spPr>
      </p:sp>
      <p:sp>
        <p:nvSpPr>
          <p:cNvPr name="Freeform 5" id="5"/>
          <p:cNvSpPr/>
          <p:nvPr/>
        </p:nvSpPr>
        <p:spPr>
          <a:xfrm flipH="false" flipV="false" rot="0">
            <a:off x="-2564556" y="-3084733"/>
            <a:ext cx="6096499" cy="6169465"/>
          </a:xfrm>
          <a:custGeom>
            <a:avLst/>
            <a:gdLst/>
            <a:ahLst/>
            <a:cxnLst/>
            <a:rect r="r" b="b" t="t" l="l"/>
            <a:pathLst>
              <a:path h="6169465" w="6096499">
                <a:moveTo>
                  <a:pt x="0" y="0"/>
                </a:moveTo>
                <a:lnTo>
                  <a:pt x="6096499" y="0"/>
                </a:lnTo>
                <a:lnTo>
                  <a:pt x="6096499" y="6169465"/>
                </a:lnTo>
                <a:lnTo>
                  <a:pt x="0" y="6169465"/>
                </a:lnTo>
                <a:lnTo>
                  <a:pt x="0" y="0"/>
                </a:lnTo>
                <a:close/>
              </a:path>
            </a:pathLst>
          </a:custGeom>
          <a:blipFill>
            <a:blip r:embed="rId8">
              <a:extLst>
                <a:ext uri="{96DAC541-7B7A-43D3-8B79-37D633B846F1}">
                  <asvg:svgBlip xmlns:asvg="http://schemas.microsoft.com/office/drawing/2016/SVG/main" r:embed="rId9"/>
                </a:ext>
              </a:extLst>
            </a:blip>
            <a:stretch>
              <a:fillRect l="-51" t="0" r="-51" b="0"/>
            </a:stretch>
          </a:blipFill>
        </p:spPr>
      </p:sp>
      <p:sp>
        <p:nvSpPr>
          <p:cNvPr name="Freeform 6" id="6"/>
          <p:cNvSpPr/>
          <p:nvPr/>
        </p:nvSpPr>
        <p:spPr>
          <a:xfrm flipH="false" flipV="false" rot="0">
            <a:off x="7425651" y="9258300"/>
            <a:ext cx="4956846" cy="4114800"/>
          </a:xfrm>
          <a:custGeom>
            <a:avLst/>
            <a:gdLst/>
            <a:ahLst/>
            <a:cxnLst/>
            <a:rect r="r" b="b" t="t" l="l"/>
            <a:pathLst>
              <a:path h="4114800" w="4956846">
                <a:moveTo>
                  <a:pt x="0" y="0"/>
                </a:moveTo>
                <a:lnTo>
                  <a:pt x="4956846" y="0"/>
                </a:lnTo>
                <a:lnTo>
                  <a:pt x="495684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57" t="0" r="-57" b="0"/>
            </a:stretch>
          </a:blipFill>
        </p:spPr>
      </p:sp>
      <p:sp>
        <p:nvSpPr>
          <p:cNvPr name="Freeform 7" id="7"/>
          <p:cNvSpPr/>
          <p:nvPr/>
        </p:nvSpPr>
        <p:spPr>
          <a:xfrm flipH="false" flipV="false" rot="-10697269">
            <a:off x="6836794" y="-2860376"/>
            <a:ext cx="4403163" cy="4114800"/>
          </a:xfrm>
          <a:custGeom>
            <a:avLst/>
            <a:gdLst/>
            <a:ahLst/>
            <a:cxnLst/>
            <a:rect r="r" b="b" t="t" l="l"/>
            <a:pathLst>
              <a:path h="4114800" w="4403163">
                <a:moveTo>
                  <a:pt x="0" y="0"/>
                </a:moveTo>
                <a:lnTo>
                  <a:pt x="4403163" y="0"/>
                </a:lnTo>
                <a:lnTo>
                  <a:pt x="4403163"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37" r="0" b="-37"/>
            </a:stretch>
          </a:blipFill>
        </p:spPr>
      </p:sp>
      <p:sp>
        <p:nvSpPr>
          <p:cNvPr name="Freeform 8" id="8"/>
          <p:cNvSpPr/>
          <p:nvPr/>
        </p:nvSpPr>
        <p:spPr>
          <a:xfrm flipH="false" flipV="false" rot="0">
            <a:off x="15428556" y="815998"/>
            <a:ext cx="2247563" cy="1357698"/>
          </a:xfrm>
          <a:custGeom>
            <a:avLst/>
            <a:gdLst/>
            <a:ahLst/>
            <a:cxnLst/>
            <a:rect r="r" b="b" t="t" l="l"/>
            <a:pathLst>
              <a:path h="1357698" w="2247563">
                <a:moveTo>
                  <a:pt x="0" y="0"/>
                </a:moveTo>
                <a:lnTo>
                  <a:pt x="2247563" y="0"/>
                </a:lnTo>
                <a:lnTo>
                  <a:pt x="2247563" y="1357698"/>
                </a:lnTo>
                <a:lnTo>
                  <a:pt x="0" y="1357698"/>
                </a:lnTo>
                <a:lnTo>
                  <a:pt x="0" y="0"/>
                </a:lnTo>
                <a:close/>
              </a:path>
            </a:pathLst>
          </a:custGeom>
          <a:blipFill>
            <a:blip r:embed="rId14">
              <a:extLst>
                <a:ext uri="{96DAC541-7B7A-43D3-8B79-37D633B846F1}">
                  <asvg:svgBlip xmlns:asvg="http://schemas.microsoft.com/office/drawing/2016/SVG/main" r:embed="rId15"/>
                </a:ext>
              </a:extLst>
            </a:blip>
            <a:stretch>
              <a:fillRect l="0" t="-153" r="0" b="-153"/>
            </a:stretch>
          </a:blipFill>
        </p:spPr>
      </p:sp>
      <p:sp>
        <p:nvSpPr>
          <p:cNvPr name="Freeform 9" id="9"/>
          <p:cNvSpPr/>
          <p:nvPr/>
        </p:nvSpPr>
        <p:spPr>
          <a:xfrm flipH="false" flipV="false" rot="0">
            <a:off x="3847083" y="-1536582"/>
            <a:ext cx="2224512" cy="2410310"/>
          </a:xfrm>
          <a:custGeom>
            <a:avLst/>
            <a:gdLst/>
            <a:ahLst/>
            <a:cxnLst/>
            <a:rect r="r" b="b" t="t" l="l"/>
            <a:pathLst>
              <a:path h="2410310" w="2224512">
                <a:moveTo>
                  <a:pt x="0" y="0"/>
                </a:moveTo>
                <a:lnTo>
                  <a:pt x="2224512" y="0"/>
                </a:lnTo>
                <a:lnTo>
                  <a:pt x="2224512" y="2410310"/>
                </a:lnTo>
                <a:lnTo>
                  <a:pt x="0" y="2410310"/>
                </a:lnTo>
                <a:lnTo>
                  <a:pt x="0" y="0"/>
                </a:lnTo>
                <a:close/>
              </a:path>
            </a:pathLst>
          </a:custGeom>
          <a:blipFill>
            <a:blip r:embed="rId16">
              <a:extLst>
                <a:ext uri="{96DAC541-7B7A-43D3-8B79-37D633B846F1}">
                  <asvg:svgBlip xmlns:asvg="http://schemas.microsoft.com/office/drawing/2016/SVG/main" r:embed="rId17"/>
                </a:ext>
              </a:extLst>
            </a:blip>
            <a:stretch>
              <a:fillRect l="0" t="-89" r="0" b="-89"/>
            </a:stretch>
          </a:blipFill>
        </p:spPr>
      </p:sp>
      <p:sp>
        <p:nvSpPr>
          <p:cNvPr name="Freeform 10" id="10"/>
          <p:cNvSpPr/>
          <p:nvPr/>
        </p:nvSpPr>
        <p:spPr>
          <a:xfrm flipH="false" flipV="false" rot="0">
            <a:off x="11300447" y="8623796"/>
            <a:ext cx="3700856" cy="3326408"/>
          </a:xfrm>
          <a:custGeom>
            <a:avLst/>
            <a:gdLst/>
            <a:ahLst/>
            <a:cxnLst/>
            <a:rect r="r" b="b" t="t" l="l"/>
            <a:pathLst>
              <a:path h="3326408" w="3700856">
                <a:moveTo>
                  <a:pt x="0" y="0"/>
                </a:moveTo>
                <a:lnTo>
                  <a:pt x="3700856" y="0"/>
                </a:lnTo>
                <a:lnTo>
                  <a:pt x="3700856" y="3326408"/>
                </a:lnTo>
                <a:lnTo>
                  <a:pt x="0" y="3326408"/>
                </a:lnTo>
                <a:lnTo>
                  <a:pt x="0" y="0"/>
                </a:lnTo>
                <a:close/>
              </a:path>
            </a:pathLst>
          </a:custGeom>
          <a:blipFill>
            <a:blip r:embed="rId18">
              <a:extLst>
                <a:ext uri="{96DAC541-7B7A-43D3-8B79-37D633B846F1}">
                  <asvg:svgBlip xmlns:asvg="http://schemas.microsoft.com/office/drawing/2016/SVG/main" r:embed="rId19"/>
                </a:ext>
              </a:extLst>
            </a:blip>
            <a:stretch>
              <a:fillRect l="0" t="-51" r="0" b="-51"/>
            </a:stretch>
          </a:blipFill>
        </p:spPr>
      </p:sp>
      <p:sp>
        <p:nvSpPr>
          <p:cNvPr name="Freeform 11" id="11"/>
          <p:cNvSpPr/>
          <p:nvPr/>
        </p:nvSpPr>
        <p:spPr>
          <a:xfrm flipH="false" flipV="false" rot="-1169111">
            <a:off x="-2399072" y="8233834"/>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2" id="12"/>
          <p:cNvSpPr/>
          <p:nvPr/>
        </p:nvSpPr>
        <p:spPr>
          <a:xfrm flipH="false" flipV="false" rot="0">
            <a:off x="16914074" y="4722009"/>
            <a:ext cx="3954044" cy="3445946"/>
          </a:xfrm>
          <a:custGeom>
            <a:avLst/>
            <a:gdLst/>
            <a:ahLst/>
            <a:cxnLst/>
            <a:rect r="r" b="b" t="t" l="l"/>
            <a:pathLst>
              <a:path h="3445946" w="3954044">
                <a:moveTo>
                  <a:pt x="0" y="0"/>
                </a:moveTo>
                <a:lnTo>
                  <a:pt x="3954044" y="0"/>
                </a:lnTo>
                <a:lnTo>
                  <a:pt x="3954044" y="3445946"/>
                </a:lnTo>
                <a:lnTo>
                  <a:pt x="0" y="3445946"/>
                </a:lnTo>
                <a:lnTo>
                  <a:pt x="0" y="0"/>
                </a:lnTo>
                <a:close/>
              </a:path>
            </a:pathLst>
          </a:custGeom>
          <a:blipFill>
            <a:blip r:embed="rId22">
              <a:extLst>
                <a:ext uri="{96DAC541-7B7A-43D3-8B79-37D633B846F1}">
                  <asvg:svgBlip xmlns:asvg="http://schemas.microsoft.com/office/drawing/2016/SVG/main" r:embed="rId23"/>
                </a:ext>
              </a:extLst>
            </a:blip>
            <a:stretch>
              <a:fillRect l="0" t="-62" r="0" b="-62"/>
            </a:stretch>
          </a:blipFill>
        </p:spPr>
      </p:sp>
      <p:sp>
        <p:nvSpPr>
          <p:cNvPr name="Freeform 13" id="13"/>
          <p:cNvSpPr/>
          <p:nvPr/>
        </p:nvSpPr>
        <p:spPr>
          <a:xfrm flipH="false" flipV="false" rot="0">
            <a:off x="4651577" y="92583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l="0" t="-34" r="0" b="-34"/>
            </a:stretch>
          </a:blipFill>
        </p:spPr>
      </p:sp>
      <p:sp>
        <p:nvSpPr>
          <p:cNvPr name="Freeform 14" id="14"/>
          <p:cNvSpPr/>
          <p:nvPr/>
        </p:nvSpPr>
        <p:spPr>
          <a:xfrm flipH="false" flipV="false" rot="-3601192">
            <a:off x="-2043547" y="3332263"/>
            <a:ext cx="3407048" cy="3170826"/>
          </a:xfrm>
          <a:custGeom>
            <a:avLst/>
            <a:gdLst/>
            <a:ahLst/>
            <a:cxnLst/>
            <a:rect r="r" b="b" t="t" l="l"/>
            <a:pathLst>
              <a:path h="3170826" w="3407048">
                <a:moveTo>
                  <a:pt x="0" y="0"/>
                </a:moveTo>
                <a:lnTo>
                  <a:pt x="3407048" y="0"/>
                </a:lnTo>
                <a:lnTo>
                  <a:pt x="3407048" y="3170826"/>
                </a:lnTo>
                <a:lnTo>
                  <a:pt x="0" y="3170826"/>
                </a:lnTo>
                <a:lnTo>
                  <a:pt x="0" y="0"/>
                </a:lnTo>
                <a:close/>
              </a:path>
            </a:pathLst>
          </a:custGeom>
          <a:blipFill>
            <a:blip r:embed="rId26">
              <a:extLst>
                <a:ext uri="{96DAC541-7B7A-43D3-8B79-37D633B846F1}">
                  <asvg:svgBlip xmlns:asvg="http://schemas.microsoft.com/office/drawing/2016/SVG/main" r:embed="rId27"/>
                </a:ext>
              </a:extLst>
            </a:blip>
            <a:stretch>
              <a:fillRect l="0" t="-123" r="0" b="-123"/>
            </a:stretch>
          </a:blipFill>
        </p:spPr>
      </p:sp>
      <p:sp>
        <p:nvSpPr>
          <p:cNvPr name="Freeform 15" id="15"/>
          <p:cNvSpPr/>
          <p:nvPr/>
        </p:nvSpPr>
        <p:spPr>
          <a:xfrm flipH="false" flipV="false" rot="9893321">
            <a:off x="17381624" y="-626702"/>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6" id="16"/>
          <p:cNvSpPr/>
          <p:nvPr/>
        </p:nvSpPr>
        <p:spPr>
          <a:xfrm flipH="false" flipV="false" rot="0">
            <a:off x="9904074" y="-30861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8">
              <a:extLst>
                <a:ext uri="{96DAC541-7B7A-43D3-8B79-37D633B846F1}">
                  <asvg:svgBlip xmlns:asvg="http://schemas.microsoft.com/office/drawing/2016/SVG/main" r:embed="rId29"/>
                </a:ext>
              </a:extLst>
            </a:blip>
            <a:stretch>
              <a:fillRect l="0" t="-34" r="0" b="-34"/>
            </a:stretch>
          </a:blipFill>
        </p:spPr>
      </p:sp>
      <p:sp>
        <p:nvSpPr>
          <p:cNvPr name="TextBox 17" id="17"/>
          <p:cNvSpPr txBox="true"/>
          <p:nvPr/>
        </p:nvSpPr>
        <p:spPr>
          <a:xfrm rot="0">
            <a:off x="4257996" y="1325851"/>
            <a:ext cx="10347021" cy="2733734"/>
          </a:xfrm>
          <a:prstGeom prst="rect">
            <a:avLst/>
          </a:prstGeom>
        </p:spPr>
        <p:txBody>
          <a:bodyPr anchor="t" rtlCol="false" tIns="0" lIns="0" bIns="0" rIns="0">
            <a:spAutoFit/>
          </a:bodyPr>
          <a:lstStyle/>
          <a:p>
            <a:pPr algn="ctr">
              <a:lnSpc>
                <a:spcPts val="7799"/>
              </a:lnSpc>
            </a:pPr>
            <a:r>
              <a:rPr lang="en-US" sz="10001" b="true">
                <a:solidFill>
                  <a:srgbClr val="1E539A"/>
                </a:solidFill>
                <a:latin typeface="Thicker Bold"/>
                <a:ea typeface="Thicker Bold"/>
                <a:cs typeface="Thicker Bold"/>
                <a:sym typeface="Thicker Bold"/>
              </a:rPr>
              <a:t>KENDALA DAN SOLUSI</a:t>
            </a:r>
          </a:p>
        </p:txBody>
      </p:sp>
      <p:sp>
        <p:nvSpPr>
          <p:cNvPr name="TextBox 18" id="18"/>
          <p:cNvSpPr txBox="true"/>
          <p:nvPr/>
        </p:nvSpPr>
        <p:spPr>
          <a:xfrm rot="0">
            <a:off x="4651577" y="3675199"/>
            <a:ext cx="10056736" cy="5215716"/>
          </a:xfrm>
          <a:prstGeom prst="rect">
            <a:avLst/>
          </a:prstGeom>
        </p:spPr>
        <p:txBody>
          <a:bodyPr anchor="t" rtlCol="false" tIns="0" lIns="0" bIns="0" rIns="0">
            <a:spAutoFit/>
          </a:bodyPr>
          <a:lstStyle/>
          <a:p>
            <a:pPr algn="l">
              <a:lnSpc>
                <a:spcPts val="4419"/>
              </a:lnSpc>
            </a:pPr>
            <a:r>
              <a:rPr lang="en-US" sz="3156">
                <a:solidFill>
                  <a:srgbClr val="1E539A"/>
                </a:solidFill>
                <a:latin typeface="Agrandir"/>
                <a:ea typeface="Agrandir"/>
                <a:cs typeface="Agrandir"/>
                <a:sym typeface="Agrandir"/>
              </a:rPr>
              <a:t>Membuat website CRUD presensi digital di Canva AI cocok untuk mendesain tampilan awal (UI), tetapi Canva tidak bisa membuat sistem presensi yang berfungsi penuh karena tidak mendukung database dan logika CRUD.</a:t>
            </a:r>
          </a:p>
          <a:p>
            <a:pPr algn="l">
              <a:lnSpc>
                <a:spcPts val="4419"/>
              </a:lnSpc>
            </a:pPr>
            <a:r>
              <a:rPr lang="en-US" sz="3156">
                <a:solidFill>
                  <a:srgbClr val="1E539A"/>
                </a:solidFill>
                <a:latin typeface="Agrandir"/>
                <a:ea typeface="Agrandir"/>
                <a:cs typeface="Agrandir"/>
                <a:sym typeface="Agrandir"/>
              </a:rPr>
              <a:t>Agar sistem benar-benar berjalan, desain Canva perlu diintegrasikan dengan platform web builder atau kode pemrograman, serta terhubung ke database seperti Firebase atau MySQL.</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395805">
            <a:off x="-1199178" y="6686550"/>
            <a:ext cx="4455755" cy="7200900"/>
          </a:xfrm>
          <a:custGeom>
            <a:avLst/>
            <a:gdLst/>
            <a:ahLst/>
            <a:cxnLst/>
            <a:rect r="r" b="b" t="t" l="l"/>
            <a:pathLst>
              <a:path h="7200900" w="4455755">
                <a:moveTo>
                  <a:pt x="0" y="0"/>
                </a:moveTo>
                <a:lnTo>
                  <a:pt x="4455755" y="0"/>
                </a:lnTo>
                <a:lnTo>
                  <a:pt x="445575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21" t="0" r="-21" b="0"/>
            </a:stretch>
          </a:blipFill>
        </p:spPr>
      </p:sp>
      <p:sp>
        <p:nvSpPr>
          <p:cNvPr name="Freeform 3" id="3"/>
          <p:cNvSpPr/>
          <p:nvPr/>
        </p:nvSpPr>
        <p:spPr>
          <a:xfrm flipH="false" flipV="false" rot="-2387687">
            <a:off x="15133174" y="-3086100"/>
            <a:ext cx="4252252" cy="6172200"/>
          </a:xfrm>
          <a:custGeom>
            <a:avLst/>
            <a:gdLst/>
            <a:ahLst/>
            <a:cxnLst/>
            <a:rect r="r" b="b" t="t" l="l"/>
            <a:pathLst>
              <a:path h="6172200" w="4252252">
                <a:moveTo>
                  <a:pt x="0" y="0"/>
                </a:moveTo>
                <a:lnTo>
                  <a:pt x="4252252" y="0"/>
                </a:lnTo>
                <a:lnTo>
                  <a:pt x="4252252" y="6172200"/>
                </a:lnTo>
                <a:lnTo>
                  <a:pt x="0" y="6172200"/>
                </a:lnTo>
                <a:lnTo>
                  <a:pt x="0" y="0"/>
                </a:lnTo>
                <a:close/>
              </a:path>
            </a:pathLst>
          </a:custGeom>
          <a:blipFill>
            <a:blip r:embed="rId4">
              <a:extLst>
                <a:ext uri="{96DAC541-7B7A-43D3-8B79-37D633B846F1}">
                  <asvg:svgBlip xmlns:asvg="http://schemas.microsoft.com/office/drawing/2016/SVG/main" r:embed="rId5"/>
                </a:ext>
              </a:extLst>
            </a:blip>
            <a:stretch>
              <a:fillRect l="0" t="-13" r="0" b="-13"/>
            </a:stretch>
          </a:blipFill>
        </p:spPr>
      </p:sp>
      <p:sp>
        <p:nvSpPr>
          <p:cNvPr name="Freeform 4" id="4"/>
          <p:cNvSpPr/>
          <p:nvPr/>
        </p:nvSpPr>
        <p:spPr>
          <a:xfrm flipH="false" flipV="false" rot="0">
            <a:off x="14547224" y="7476754"/>
            <a:ext cx="5424153" cy="5620493"/>
          </a:xfrm>
          <a:custGeom>
            <a:avLst/>
            <a:gdLst/>
            <a:ahLst/>
            <a:cxnLst/>
            <a:rect r="r" b="b" t="t" l="l"/>
            <a:pathLst>
              <a:path h="5620493" w="5424153">
                <a:moveTo>
                  <a:pt x="0" y="0"/>
                </a:moveTo>
                <a:lnTo>
                  <a:pt x="5424153" y="0"/>
                </a:lnTo>
                <a:lnTo>
                  <a:pt x="5424153" y="5620493"/>
                </a:lnTo>
                <a:lnTo>
                  <a:pt x="0" y="5620493"/>
                </a:lnTo>
                <a:lnTo>
                  <a:pt x="0" y="0"/>
                </a:lnTo>
                <a:close/>
              </a:path>
            </a:pathLst>
          </a:custGeom>
          <a:blipFill>
            <a:blip r:embed="rId6">
              <a:extLst>
                <a:ext uri="{96DAC541-7B7A-43D3-8B79-37D633B846F1}">
                  <asvg:svgBlip xmlns:asvg="http://schemas.microsoft.com/office/drawing/2016/SVG/main" r:embed="rId7"/>
                </a:ext>
              </a:extLst>
            </a:blip>
            <a:stretch>
              <a:fillRect l="0" t="-31" r="0" b="-31"/>
            </a:stretch>
          </a:blipFill>
        </p:spPr>
      </p:sp>
      <p:sp>
        <p:nvSpPr>
          <p:cNvPr name="Freeform 5" id="5"/>
          <p:cNvSpPr/>
          <p:nvPr/>
        </p:nvSpPr>
        <p:spPr>
          <a:xfrm flipH="false" flipV="false" rot="0">
            <a:off x="-2564556" y="-3084733"/>
            <a:ext cx="6096499" cy="6169465"/>
          </a:xfrm>
          <a:custGeom>
            <a:avLst/>
            <a:gdLst/>
            <a:ahLst/>
            <a:cxnLst/>
            <a:rect r="r" b="b" t="t" l="l"/>
            <a:pathLst>
              <a:path h="6169465" w="6096499">
                <a:moveTo>
                  <a:pt x="0" y="0"/>
                </a:moveTo>
                <a:lnTo>
                  <a:pt x="6096499" y="0"/>
                </a:lnTo>
                <a:lnTo>
                  <a:pt x="6096499" y="6169465"/>
                </a:lnTo>
                <a:lnTo>
                  <a:pt x="0" y="6169465"/>
                </a:lnTo>
                <a:lnTo>
                  <a:pt x="0" y="0"/>
                </a:lnTo>
                <a:close/>
              </a:path>
            </a:pathLst>
          </a:custGeom>
          <a:blipFill>
            <a:blip r:embed="rId8">
              <a:extLst>
                <a:ext uri="{96DAC541-7B7A-43D3-8B79-37D633B846F1}">
                  <asvg:svgBlip xmlns:asvg="http://schemas.microsoft.com/office/drawing/2016/SVG/main" r:embed="rId9"/>
                </a:ext>
              </a:extLst>
            </a:blip>
            <a:stretch>
              <a:fillRect l="-51" t="0" r="-51" b="0"/>
            </a:stretch>
          </a:blipFill>
        </p:spPr>
      </p:sp>
      <p:sp>
        <p:nvSpPr>
          <p:cNvPr name="Freeform 6" id="6"/>
          <p:cNvSpPr/>
          <p:nvPr/>
        </p:nvSpPr>
        <p:spPr>
          <a:xfrm flipH="false" flipV="false" rot="0">
            <a:off x="7425651" y="9258300"/>
            <a:ext cx="4956846" cy="4114800"/>
          </a:xfrm>
          <a:custGeom>
            <a:avLst/>
            <a:gdLst/>
            <a:ahLst/>
            <a:cxnLst/>
            <a:rect r="r" b="b" t="t" l="l"/>
            <a:pathLst>
              <a:path h="4114800" w="4956846">
                <a:moveTo>
                  <a:pt x="0" y="0"/>
                </a:moveTo>
                <a:lnTo>
                  <a:pt x="4956846" y="0"/>
                </a:lnTo>
                <a:lnTo>
                  <a:pt x="495684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57" t="0" r="-57" b="0"/>
            </a:stretch>
          </a:blipFill>
        </p:spPr>
      </p:sp>
      <p:sp>
        <p:nvSpPr>
          <p:cNvPr name="Freeform 7" id="7"/>
          <p:cNvSpPr/>
          <p:nvPr/>
        </p:nvSpPr>
        <p:spPr>
          <a:xfrm flipH="false" flipV="false" rot="-10697269">
            <a:off x="6836794" y="-2860376"/>
            <a:ext cx="4403163" cy="4114800"/>
          </a:xfrm>
          <a:custGeom>
            <a:avLst/>
            <a:gdLst/>
            <a:ahLst/>
            <a:cxnLst/>
            <a:rect r="r" b="b" t="t" l="l"/>
            <a:pathLst>
              <a:path h="4114800" w="4403163">
                <a:moveTo>
                  <a:pt x="0" y="0"/>
                </a:moveTo>
                <a:lnTo>
                  <a:pt x="4403163" y="0"/>
                </a:lnTo>
                <a:lnTo>
                  <a:pt x="4403163"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37" r="0" b="-37"/>
            </a:stretch>
          </a:blipFill>
        </p:spPr>
      </p:sp>
      <p:sp>
        <p:nvSpPr>
          <p:cNvPr name="Freeform 8" id="8"/>
          <p:cNvSpPr/>
          <p:nvPr/>
        </p:nvSpPr>
        <p:spPr>
          <a:xfrm flipH="false" flipV="false" rot="0">
            <a:off x="15428556" y="815998"/>
            <a:ext cx="2247563" cy="1357698"/>
          </a:xfrm>
          <a:custGeom>
            <a:avLst/>
            <a:gdLst/>
            <a:ahLst/>
            <a:cxnLst/>
            <a:rect r="r" b="b" t="t" l="l"/>
            <a:pathLst>
              <a:path h="1357698" w="2247563">
                <a:moveTo>
                  <a:pt x="0" y="0"/>
                </a:moveTo>
                <a:lnTo>
                  <a:pt x="2247563" y="0"/>
                </a:lnTo>
                <a:lnTo>
                  <a:pt x="2247563" y="1357698"/>
                </a:lnTo>
                <a:lnTo>
                  <a:pt x="0" y="1357698"/>
                </a:lnTo>
                <a:lnTo>
                  <a:pt x="0" y="0"/>
                </a:lnTo>
                <a:close/>
              </a:path>
            </a:pathLst>
          </a:custGeom>
          <a:blipFill>
            <a:blip r:embed="rId14">
              <a:extLst>
                <a:ext uri="{96DAC541-7B7A-43D3-8B79-37D633B846F1}">
                  <asvg:svgBlip xmlns:asvg="http://schemas.microsoft.com/office/drawing/2016/SVG/main" r:embed="rId15"/>
                </a:ext>
              </a:extLst>
            </a:blip>
            <a:stretch>
              <a:fillRect l="0" t="-153" r="0" b="-153"/>
            </a:stretch>
          </a:blipFill>
        </p:spPr>
      </p:sp>
      <p:sp>
        <p:nvSpPr>
          <p:cNvPr name="Freeform 9" id="9"/>
          <p:cNvSpPr/>
          <p:nvPr/>
        </p:nvSpPr>
        <p:spPr>
          <a:xfrm flipH="false" flipV="false" rot="0">
            <a:off x="3847083" y="-1536582"/>
            <a:ext cx="2224512" cy="2410310"/>
          </a:xfrm>
          <a:custGeom>
            <a:avLst/>
            <a:gdLst/>
            <a:ahLst/>
            <a:cxnLst/>
            <a:rect r="r" b="b" t="t" l="l"/>
            <a:pathLst>
              <a:path h="2410310" w="2224512">
                <a:moveTo>
                  <a:pt x="0" y="0"/>
                </a:moveTo>
                <a:lnTo>
                  <a:pt x="2224512" y="0"/>
                </a:lnTo>
                <a:lnTo>
                  <a:pt x="2224512" y="2410310"/>
                </a:lnTo>
                <a:lnTo>
                  <a:pt x="0" y="2410310"/>
                </a:lnTo>
                <a:lnTo>
                  <a:pt x="0" y="0"/>
                </a:lnTo>
                <a:close/>
              </a:path>
            </a:pathLst>
          </a:custGeom>
          <a:blipFill>
            <a:blip r:embed="rId16">
              <a:extLst>
                <a:ext uri="{96DAC541-7B7A-43D3-8B79-37D633B846F1}">
                  <asvg:svgBlip xmlns:asvg="http://schemas.microsoft.com/office/drawing/2016/SVG/main" r:embed="rId17"/>
                </a:ext>
              </a:extLst>
            </a:blip>
            <a:stretch>
              <a:fillRect l="0" t="-89" r="0" b="-89"/>
            </a:stretch>
          </a:blipFill>
        </p:spPr>
      </p:sp>
      <p:sp>
        <p:nvSpPr>
          <p:cNvPr name="Freeform 10" id="10"/>
          <p:cNvSpPr/>
          <p:nvPr/>
        </p:nvSpPr>
        <p:spPr>
          <a:xfrm flipH="false" flipV="false" rot="0">
            <a:off x="11300447" y="8623796"/>
            <a:ext cx="3700856" cy="3326408"/>
          </a:xfrm>
          <a:custGeom>
            <a:avLst/>
            <a:gdLst/>
            <a:ahLst/>
            <a:cxnLst/>
            <a:rect r="r" b="b" t="t" l="l"/>
            <a:pathLst>
              <a:path h="3326408" w="3700856">
                <a:moveTo>
                  <a:pt x="0" y="0"/>
                </a:moveTo>
                <a:lnTo>
                  <a:pt x="3700856" y="0"/>
                </a:lnTo>
                <a:lnTo>
                  <a:pt x="3700856" y="3326408"/>
                </a:lnTo>
                <a:lnTo>
                  <a:pt x="0" y="3326408"/>
                </a:lnTo>
                <a:lnTo>
                  <a:pt x="0" y="0"/>
                </a:lnTo>
                <a:close/>
              </a:path>
            </a:pathLst>
          </a:custGeom>
          <a:blipFill>
            <a:blip r:embed="rId18">
              <a:extLst>
                <a:ext uri="{96DAC541-7B7A-43D3-8B79-37D633B846F1}">
                  <asvg:svgBlip xmlns:asvg="http://schemas.microsoft.com/office/drawing/2016/SVG/main" r:embed="rId19"/>
                </a:ext>
              </a:extLst>
            </a:blip>
            <a:stretch>
              <a:fillRect l="0" t="-51" r="0" b="-51"/>
            </a:stretch>
          </a:blipFill>
        </p:spPr>
      </p:sp>
      <p:sp>
        <p:nvSpPr>
          <p:cNvPr name="Freeform 11" id="11"/>
          <p:cNvSpPr/>
          <p:nvPr/>
        </p:nvSpPr>
        <p:spPr>
          <a:xfrm flipH="false" flipV="false" rot="-1169111">
            <a:off x="-2399072" y="8233834"/>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2" id="12"/>
          <p:cNvSpPr/>
          <p:nvPr/>
        </p:nvSpPr>
        <p:spPr>
          <a:xfrm flipH="false" flipV="false" rot="0">
            <a:off x="16914074" y="4722009"/>
            <a:ext cx="3954044" cy="3445946"/>
          </a:xfrm>
          <a:custGeom>
            <a:avLst/>
            <a:gdLst/>
            <a:ahLst/>
            <a:cxnLst/>
            <a:rect r="r" b="b" t="t" l="l"/>
            <a:pathLst>
              <a:path h="3445946" w="3954044">
                <a:moveTo>
                  <a:pt x="0" y="0"/>
                </a:moveTo>
                <a:lnTo>
                  <a:pt x="3954044" y="0"/>
                </a:lnTo>
                <a:lnTo>
                  <a:pt x="3954044" y="3445946"/>
                </a:lnTo>
                <a:lnTo>
                  <a:pt x="0" y="3445946"/>
                </a:lnTo>
                <a:lnTo>
                  <a:pt x="0" y="0"/>
                </a:lnTo>
                <a:close/>
              </a:path>
            </a:pathLst>
          </a:custGeom>
          <a:blipFill>
            <a:blip r:embed="rId22">
              <a:extLst>
                <a:ext uri="{96DAC541-7B7A-43D3-8B79-37D633B846F1}">
                  <asvg:svgBlip xmlns:asvg="http://schemas.microsoft.com/office/drawing/2016/SVG/main" r:embed="rId23"/>
                </a:ext>
              </a:extLst>
            </a:blip>
            <a:stretch>
              <a:fillRect l="0" t="-62" r="0" b="-62"/>
            </a:stretch>
          </a:blipFill>
        </p:spPr>
      </p:sp>
      <p:sp>
        <p:nvSpPr>
          <p:cNvPr name="Freeform 13" id="13"/>
          <p:cNvSpPr/>
          <p:nvPr/>
        </p:nvSpPr>
        <p:spPr>
          <a:xfrm flipH="false" flipV="false" rot="0">
            <a:off x="4651577" y="92583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l="0" t="-34" r="0" b="-34"/>
            </a:stretch>
          </a:blipFill>
        </p:spPr>
      </p:sp>
      <p:sp>
        <p:nvSpPr>
          <p:cNvPr name="Freeform 14" id="14"/>
          <p:cNvSpPr/>
          <p:nvPr/>
        </p:nvSpPr>
        <p:spPr>
          <a:xfrm flipH="false" flipV="false" rot="-3601192">
            <a:off x="-2043547" y="3332263"/>
            <a:ext cx="3407048" cy="3170826"/>
          </a:xfrm>
          <a:custGeom>
            <a:avLst/>
            <a:gdLst/>
            <a:ahLst/>
            <a:cxnLst/>
            <a:rect r="r" b="b" t="t" l="l"/>
            <a:pathLst>
              <a:path h="3170826" w="3407048">
                <a:moveTo>
                  <a:pt x="0" y="0"/>
                </a:moveTo>
                <a:lnTo>
                  <a:pt x="3407048" y="0"/>
                </a:lnTo>
                <a:lnTo>
                  <a:pt x="3407048" y="3170826"/>
                </a:lnTo>
                <a:lnTo>
                  <a:pt x="0" y="3170826"/>
                </a:lnTo>
                <a:lnTo>
                  <a:pt x="0" y="0"/>
                </a:lnTo>
                <a:close/>
              </a:path>
            </a:pathLst>
          </a:custGeom>
          <a:blipFill>
            <a:blip r:embed="rId26">
              <a:extLst>
                <a:ext uri="{96DAC541-7B7A-43D3-8B79-37D633B846F1}">
                  <asvg:svgBlip xmlns:asvg="http://schemas.microsoft.com/office/drawing/2016/SVG/main" r:embed="rId27"/>
                </a:ext>
              </a:extLst>
            </a:blip>
            <a:stretch>
              <a:fillRect l="0" t="-123" r="0" b="-123"/>
            </a:stretch>
          </a:blipFill>
        </p:spPr>
      </p:sp>
      <p:sp>
        <p:nvSpPr>
          <p:cNvPr name="Freeform 15" id="15"/>
          <p:cNvSpPr/>
          <p:nvPr/>
        </p:nvSpPr>
        <p:spPr>
          <a:xfrm flipH="false" flipV="false" rot="9893321">
            <a:off x="17381624" y="-626702"/>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6" id="16"/>
          <p:cNvSpPr/>
          <p:nvPr/>
        </p:nvSpPr>
        <p:spPr>
          <a:xfrm flipH="false" flipV="false" rot="0">
            <a:off x="9904074" y="-30861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8">
              <a:extLst>
                <a:ext uri="{96DAC541-7B7A-43D3-8B79-37D633B846F1}">
                  <asvg:svgBlip xmlns:asvg="http://schemas.microsoft.com/office/drawing/2016/SVG/main" r:embed="rId29"/>
                </a:ext>
              </a:extLst>
            </a:blip>
            <a:stretch>
              <a:fillRect l="0" t="-34" r="0" b="-34"/>
            </a:stretch>
          </a:blipFill>
        </p:spPr>
      </p:sp>
      <p:sp>
        <p:nvSpPr>
          <p:cNvPr name="TextBox 17" id="17"/>
          <p:cNvSpPr txBox="true"/>
          <p:nvPr/>
        </p:nvSpPr>
        <p:spPr>
          <a:xfrm rot="0">
            <a:off x="3525803" y="4047341"/>
            <a:ext cx="11236393" cy="3558366"/>
          </a:xfrm>
          <a:prstGeom prst="rect">
            <a:avLst/>
          </a:prstGeom>
        </p:spPr>
        <p:txBody>
          <a:bodyPr anchor="t" rtlCol="false" tIns="0" lIns="0" bIns="0" rIns="0">
            <a:spAutoFit/>
          </a:bodyPr>
          <a:lstStyle/>
          <a:p>
            <a:pPr algn="ctr">
              <a:lnSpc>
                <a:spcPts val="4419"/>
              </a:lnSpc>
            </a:pPr>
            <a:r>
              <a:rPr lang="en-US" sz="3156">
                <a:solidFill>
                  <a:srgbClr val="1E539A"/>
                </a:solidFill>
                <a:latin typeface="Agrandir"/>
                <a:ea typeface="Agrandir"/>
                <a:cs typeface="Agrandir"/>
                <a:sym typeface="Agrandir"/>
              </a:rPr>
              <a:t>Presensi digital merupakan sistem pencatatan kehadiran berbasis teknologi yang lebih efisien, akurat, dan mudah digunakan dibanding cara manual.</a:t>
            </a:r>
          </a:p>
          <a:p>
            <a:pPr algn="ctr">
              <a:lnSpc>
                <a:spcPts val="4419"/>
              </a:lnSpc>
            </a:pPr>
            <a:r>
              <a:rPr lang="en-US" sz="3156">
                <a:solidFill>
                  <a:srgbClr val="1E539A"/>
                </a:solidFill>
                <a:latin typeface="Agrandir"/>
                <a:ea typeface="Agrandir"/>
                <a:cs typeface="Agrandir"/>
                <a:sym typeface="Agrandir"/>
              </a:rPr>
              <a:t>Dengan presensi digital, data kehadiran dapat tercatat secara otomatis, real-time, dan tersimpan aman dalam sistem.</a:t>
            </a:r>
          </a:p>
        </p:txBody>
      </p:sp>
      <p:sp>
        <p:nvSpPr>
          <p:cNvPr name="TextBox 18" id="18"/>
          <p:cNvSpPr txBox="true"/>
          <p:nvPr/>
        </p:nvSpPr>
        <p:spPr>
          <a:xfrm rot="0">
            <a:off x="3970489" y="2141251"/>
            <a:ext cx="10347021" cy="1590734"/>
          </a:xfrm>
          <a:prstGeom prst="rect">
            <a:avLst/>
          </a:prstGeom>
        </p:spPr>
        <p:txBody>
          <a:bodyPr anchor="t" rtlCol="false" tIns="0" lIns="0" bIns="0" rIns="0">
            <a:spAutoFit/>
          </a:bodyPr>
          <a:lstStyle/>
          <a:p>
            <a:pPr algn="ctr">
              <a:lnSpc>
                <a:spcPts val="7799"/>
              </a:lnSpc>
            </a:pPr>
            <a:r>
              <a:rPr lang="en-US" sz="10001" b="true">
                <a:solidFill>
                  <a:srgbClr val="1E539A"/>
                </a:solidFill>
                <a:latin typeface="Thicker Bold"/>
                <a:ea typeface="Thicker Bold"/>
                <a:cs typeface="Thicker Bold"/>
                <a:sym typeface="Thicker Bold"/>
              </a:rPr>
              <a:t>KESIMPULAN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395805">
            <a:off x="-1199178" y="6686550"/>
            <a:ext cx="4455755" cy="7200900"/>
          </a:xfrm>
          <a:custGeom>
            <a:avLst/>
            <a:gdLst/>
            <a:ahLst/>
            <a:cxnLst/>
            <a:rect r="r" b="b" t="t" l="l"/>
            <a:pathLst>
              <a:path h="7200900" w="4455755">
                <a:moveTo>
                  <a:pt x="0" y="0"/>
                </a:moveTo>
                <a:lnTo>
                  <a:pt x="4455755" y="0"/>
                </a:lnTo>
                <a:lnTo>
                  <a:pt x="445575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21" t="0" r="-21" b="0"/>
            </a:stretch>
          </a:blipFill>
        </p:spPr>
      </p:sp>
      <p:sp>
        <p:nvSpPr>
          <p:cNvPr name="Freeform 3" id="3"/>
          <p:cNvSpPr/>
          <p:nvPr/>
        </p:nvSpPr>
        <p:spPr>
          <a:xfrm flipH="false" flipV="false" rot="-2387687">
            <a:off x="15133174" y="-3086100"/>
            <a:ext cx="4252252" cy="6172200"/>
          </a:xfrm>
          <a:custGeom>
            <a:avLst/>
            <a:gdLst/>
            <a:ahLst/>
            <a:cxnLst/>
            <a:rect r="r" b="b" t="t" l="l"/>
            <a:pathLst>
              <a:path h="6172200" w="4252252">
                <a:moveTo>
                  <a:pt x="0" y="0"/>
                </a:moveTo>
                <a:lnTo>
                  <a:pt x="4252252" y="0"/>
                </a:lnTo>
                <a:lnTo>
                  <a:pt x="4252252" y="6172200"/>
                </a:lnTo>
                <a:lnTo>
                  <a:pt x="0" y="6172200"/>
                </a:lnTo>
                <a:lnTo>
                  <a:pt x="0" y="0"/>
                </a:lnTo>
                <a:close/>
              </a:path>
            </a:pathLst>
          </a:custGeom>
          <a:blipFill>
            <a:blip r:embed="rId4">
              <a:extLst>
                <a:ext uri="{96DAC541-7B7A-43D3-8B79-37D633B846F1}">
                  <asvg:svgBlip xmlns:asvg="http://schemas.microsoft.com/office/drawing/2016/SVG/main" r:embed="rId5"/>
                </a:ext>
              </a:extLst>
            </a:blip>
            <a:stretch>
              <a:fillRect l="0" t="-13" r="0" b="-13"/>
            </a:stretch>
          </a:blipFill>
        </p:spPr>
      </p:sp>
      <p:sp>
        <p:nvSpPr>
          <p:cNvPr name="Freeform 4" id="4"/>
          <p:cNvSpPr/>
          <p:nvPr/>
        </p:nvSpPr>
        <p:spPr>
          <a:xfrm flipH="false" flipV="false" rot="0">
            <a:off x="14547224" y="7476754"/>
            <a:ext cx="5424153" cy="5620493"/>
          </a:xfrm>
          <a:custGeom>
            <a:avLst/>
            <a:gdLst/>
            <a:ahLst/>
            <a:cxnLst/>
            <a:rect r="r" b="b" t="t" l="l"/>
            <a:pathLst>
              <a:path h="5620493" w="5424153">
                <a:moveTo>
                  <a:pt x="0" y="0"/>
                </a:moveTo>
                <a:lnTo>
                  <a:pt x="5424153" y="0"/>
                </a:lnTo>
                <a:lnTo>
                  <a:pt x="5424153" y="5620493"/>
                </a:lnTo>
                <a:lnTo>
                  <a:pt x="0" y="5620493"/>
                </a:lnTo>
                <a:lnTo>
                  <a:pt x="0" y="0"/>
                </a:lnTo>
                <a:close/>
              </a:path>
            </a:pathLst>
          </a:custGeom>
          <a:blipFill>
            <a:blip r:embed="rId6">
              <a:extLst>
                <a:ext uri="{96DAC541-7B7A-43D3-8B79-37D633B846F1}">
                  <asvg:svgBlip xmlns:asvg="http://schemas.microsoft.com/office/drawing/2016/SVG/main" r:embed="rId7"/>
                </a:ext>
              </a:extLst>
            </a:blip>
            <a:stretch>
              <a:fillRect l="0" t="-31" r="0" b="-31"/>
            </a:stretch>
          </a:blipFill>
        </p:spPr>
      </p:sp>
      <p:sp>
        <p:nvSpPr>
          <p:cNvPr name="Freeform 5" id="5"/>
          <p:cNvSpPr/>
          <p:nvPr/>
        </p:nvSpPr>
        <p:spPr>
          <a:xfrm flipH="false" flipV="false" rot="0">
            <a:off x="-2564556" y="-3084733"/>
            <a:ext cx="6096499" cy="6169465"/>
          </a:xfrm>
          <a:custGeom>
            <a:avLst/>
            <a:gdLst/>
            <a:ahLst/>
            <a:cxnLst/>
            <a:rect r="r" b="b" t="t" l="l"/>
            <a:pathLst>
              <a:path h="6169465" w="6096499">
                <a:moveTo>
                  <a:pt x="0" y="0"/>
                </a:moveTo>
                <a:lnTo>
                  <a:pt x="6096499" y="0"/>
                </a:lnTo>
                <a:lnTo>
                  <a:pt x="6096499" y="6169465"/>
                </a:lnTo>
                <a:lnTo>
                  <a:pt x="0" y="6169465"/>
                </a:lnTo>
                <a:lnTo>
                  <a:pt x="0" y="0"/>
                </a:lnTo>
                <a:close/>
              </a:path>
            </a:pathLst>
          </a:custGeom>
          <a:blipFill>
            <a:blip r:embed="rId8">
              <a:extLst>
                <a:ext uri="{96DAC541-7B7A-43D3-8B79-37D633B846F1}">
                  <asvg:svgBlip xmlns:asvg="http://schemas.microsoft.com/office/drawing/2016/SVG/main" r:embed="rId9"/>
                </a:ext>
              </a:extLst>
            </a:blip>
            <a:stretch>
              <a:fillRect l="-51" t="0" r="-51" b="0"/>
            </a:stretch>
          </a:blipFill>
        </p:spPr>
      </p:sp>
      <p:sp>
        <p:nvSpPr>
          <p:cNvPr name="Freeform 6" id="6"/>
          <p:cNvSpPr/>
          <p:nvPr/>
        </p:nvSpPr>
        <p:spPr>
          <a:xfrm flipH="false" flipV="false" rot="0">
            <a:off x="7425651" y="9258300"/>
            <a:ext cx="4956846" cy="4114800"/>
          </a:xfrm>
          <a:custGeom>
            <a:avLst/>
            <a:gdLst/>
            <a:ahLst/>
            <a:cxnLst/>
            <a:rect r="r" b="b" t="t" l="l"/>
            <a:pathLst>
              <a:path h="4114800" w="4956846">
                <a:moveTo>
                  <a:pt x="0" y="0"/>
                </a:moveTo>
                <a:lnTo>
                  <a:pt x="4956846" y="0"/>
                </a:lnTo>
                <a:lnTo>
                  <a:pt x="495684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57" t="0" r="-57" b="0"/>
            </a:stretch>
          </a:blipFill>
        </p:spPr>
      </p:sp>
      <p:sp>
        <p:nvSpPr>
          <p:cNvPr name="Freeform 7" id="7"/>
          <p:cNvSpPr/>
          <p:nvPr/>
        </p:nvSpPr>
        <p:spPr>
          <a:xfrm flipH="false" flipV="false" rot="-10697269">
            <a:off x="6836794" y="-2860376"/>
            <a:ext cx="4403163" cy="4114800"/>
          </a:xfrm>
          <a:custGeom>
            <a:avLst/>
            <a:gdLst/>
            <a:ahLst/>
            <a:cxnLst/>
            <a:rect r="r" b="b" t="t" l="l"/>
            <a:pathLst>
              <a:path h="4114800" w="4403163">
                <a:moveTo>
                  <a:pt x="0" y="0"/>
                </a:moveTo>
                <a:lnTo>
                  <a:pt x="4403163" y="0"/>
                </a:lnTo>
                <a:lnTo>
                  <a:pt x="4403163"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37" r="0" b="-37"/>
            </a:stretch>
          </a:blipFill>
        </p:spPr>
      </p:sp>
      <p:sp>
        <p:nvSpPr>
          <p:cNvPr name="Freeform 8" id="8"/>
          <p:cNvSpPr/>
          <p:nvPr/>
        </p:nvSpPr>
        <p:spPr>
          <a:xfrm flipH="false" flipV="false" rot="0">
            <a:off x="15428556" y="815998"/>
            <a:ext cx="2247563" cy="1357698"/>
          </a:xfrm>
          <a:custGeom>
            <a:avLst/>
            <a:gdLst/>
            <a:ahLst/>
            <a:cxnLst/>
            <a:rect r="r" b="b" t="t" l="l"/>
            <a:pathLst>
              <a:path h="1357698" w="2247563">
                <a:moveTo>
                  <a:pt x="0" y="0"/>
                </a:moveTo>
                <a:lnTo>
                  <a:pt x="2247563" y="0"/>
                </a:lnTo>
                <a:lnTo>
                  <a:pt x="2247563" y="1357698"/>
                </a:lnTo>
                <a:lnTo>
                  <a:pt x="0" y="1357698"/>
                </a:lnTo>
                <a:lnTo>
                  <a:pt x="0" y="0"/>
                </a:lnTo>
                <a:close/>
              </a:path>
            </a:pathLst>
          </a:custGeom>
          <a:blipFill>
            <a:blip r:embed="rId14">
              <a:extLst>
                <a:ext uri="{96DAC541-7B7A-43D3-8B79-37D633B846F1}">
                  <asvg:svgBlip xmlns:asvg="http://schemas.microsoft.com/office/drawing/2016/SVG/main" r:embed="rId15"/>
                </a:ext>
              </a:extLst>
            </a:blip>
            <a:stretch>
              <a:fillRect l="0" t="-153" r="0" b="-153"/>
            </a:stretch>
          </a:blipFill>
        </p:spPr>
      </p:sp>
      <p:sp>
        <p:nvSpPr>
          <p:cNvPr name="Freeform 9" id="9"/>
          <p:cNvSpPr/>
          <p:nvPr/>
        </p:nvSpPr>
        <p:spPr>
          <a:xfrm flipH="false" flipV="false" rot="0">
            <a:off x="3847083" y="-1536582"/>
            <a:ext cx="2224512" cy="2410310"/>
          </a:xfrm>
          <a:custGeom>
            <a:avLst/>
            <a:gdLst/>
            <a:ahLst/>
            <a:cxnLst/>
            <a:rect r="r" b="b" t="t" l="l"/>
            <a:pathLst>
              <a:path h="2410310" w="2224512">
                <a:moveTo>
                  <a:pt x="0" y="0"/>
                </a:moveTo>
                <a:lnTo>
                  <a:pt x="2224512" y="0"/>
                </a:lnTo>
                <a:lnTo>
                  <a:pt x="2224512" y="2410310"/>
                </a:lnTo>
                <a:lnTo>
                  <a:pt x="0" y="2410310"/>
                </a:lnTo>
                <a:lnTo>
                  <a:pt x="0" y="0"/>
                </a:lnTo>
                <a:close/>
              </a:path>
            </a:pathLst>
          </a:custGeom>
          <a:blipFill>
            <a:blip r:embed="rId16">
              <a:extLst>
                <a:ext uri="{96DAC541-7B7A-43D3-8B79-37D633B846F1}">
                  <asvg:svgBlip xmlns:asvg="http://schemas.microsoft.com/office/drawing/2016/SVG/main" r:embed="rId17"/>
                </a:ext>
              </a:extLst>
            </a:blip>
            <a:stretch>
              <a:fillRect l="0" t="-89" r="0" b="-89"/>
            </a:stretch>
          </a:blipFill>
        </p:spPr>
      </p:sp>
      <p:sp>
        <p:nvSpPr>
          <p:cNvPr name="Freeform 10" id="10"/>
          <p:cNvSpPr/>
          <p:nvPr/>
        </p:nvSpPr>
        <p:spPr>
          <a:xfrm flipH="false" flipV="false" rot="0">
            <a:off x="11300447" y="8623796"/>
            <a:ext cx="3700856" cy="3326408"/>
          </a:xfrm>
          <a:custGeom>
            <a:avLst/>
            <a:gdLst/>
            <a:ahLst/>
            <a:cxnLst/>
            <a:rect r="r" b="b" t="t" l="l"/>
            <a:pathLst>
              <a:path h="3326408" w="3700856">
                <a:moveTo>
                  <a:pt x="0" y="0"/>
                </a:moveTo>
                <a:lnTo>
                  <a:pt x="3700856" y="0"/>
                </a:lnTo>
                <a:lnTo>
                  <a:pt x="3700856" y="3326408"/>
                </a:lnTo>
                <a:lnTo>
                  <a:pt x="0" y="3326408"/>
                </a:lnTo>
                <a:lnTo>
                  <a:pt x="0" y="0"/>
                </a:lnTo>
                <a:close/>
              </a:path>
            </a:pathLst>
          </a:custGeom>
          <a:blipFill>
            <a:blip r:embed="rId18">
              <a:extLst>
                <a:ext uri="{96DAC541-7B7A-43D3-8B79-37D633B846F1}">
                  <asvg:svgBlip xmlns:asvg="http://schemas.microsoft.com/office/drawing/2016/SVG/main" r:embed="rId19"/>
                </a:ext>
              </a:extLst>
            </a:blip>
            <a:stretch>
              <a:fillRect l="0" t="-51" r="0" b="-51"/>
            </a:stretch>
          </a:blipFill>
        </p:spPr>
      </p:sp>
      <p:sp>
        <p:nvSpPr>
          <p:cNvPr name="Freeform 11" id="11"/>
          <p:cNvSpPr/>
          <p:nvPr/>
        </p:nvSpPr>
        <p:spPr>
          <a:xfrm flipH="false" flipV="false" rot="-1169111">
            <a:off x="-2399072" y="8233834"/>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2" id="12"/>
          <p:cNvSpPr/>
          <p:nvPr/>
        </p:nvSpPr>
        <p:spPr>
          <a:xfrm flipH="false" flipV="false" rot="0">
            <a:off x="16914074" y="4722009"/>
            <a:ext cx="3954044" cy="3445946"/>
          </a:xfrm>
          <a:custGeom>
            <a:avLst/>
            <a:gdLst/>
            <a:ahLst/>
            <a:cxnLst/>
            <a:rect r="r" b="b" t="t" l="l"/>
            <a:pathLst>
              <a:path h="3445946" w="3954044">
                <a:moveTo>
                  <a:pt x="0" y="0"/>
                </a:moveTo>
                <a:lnTo>
                  <a:pt x="3954044" y="0"/>
                </a:lnTo>
                <a:lnTo>
                  <a:pt x="3954044" y="3445946"/>
                </a:lnTo>
                <a:lnTo>
                  <a:pt x="0" y="3445946"/>
                </a:lnTo>
                <a:lnTo>
                  <a:pt x="0" y="0"/>
                </a:lnTo>
                <a:close/>
              </a:path>
            </a:pathLst>
          </a:custGeom>
          <a:blipFill>
            <a:blip r:embed="rId22">
              <a:extLst>
                <a:ext uri="{96DAC541-7B7A-43D3-8B79-37D633B846F1}">
                  <asvg:svgBlip xmlns:asvg="http://schemas.microsoft.com/office/drawing/2016/SVG/main" r:embed="rId23"/>
                </a:ext>
              </a:extLst>
            </a:blip>
            <a:stretch>
              <a:fillRect l="0" t="-62" r="0" b="-62"/>
            </a:stretch>
          </a:blipFill>
        </p:spPr>
      </p:sp>
      <p:sp>
        <p:nvSpPr>
          <p:cNvPr name="Freeform 13" id="13"/>
          <p:cNvSpPr/>
          <p:nvPr/>
        </p:nvSpPr>
        <p:spPr>
          <a:xfrm flipH="false" flipV="false" rot="0">
            <a:off x="4651577" y="92583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l="0" t="-34" r="0" b="-34"/>
            </a:stretch>
          </a:blipFill>
        </p:spPr>
      </p:sp>
      <p:sp>
        <p:nvSpPr>
          <p:cNvPr name="Freeform 14" id="14"/>
          <p:cNvSpPr/>
          <p:nvPr/>
        </p:nvSpPr>
        <p:spPr>
          <a:xfrm flipH="false" flipV="false" rot="-3601192">
            <a:off x="-2043547" y="3332263"/>
            <a:ext cx="3407048" cy="3170826"/>
          </a:xfrm>
          <a:custGeom>
            <a:avLst/>
            <a:gdLst/>
            <a:ahLst/>
            <a:cxnLst/>
            <a:rect r="r" b="b" t="t" l="l"/>
            <a:pathLst>
              <a:path h="3170826" w="3407048">
                <a:moveTo>
                  <a:pt x="0" y="0"/>
                </a:moveTo>
                <a:lnTo>
                  <a:pt x="3407048" y="0"/>
                </a:lnTo>
                <a:lnTo>
                  <a:pt x="3407048" y="3170826"/>
                </a:lnTo>
                <a:lnTo>
                  <a:pt x="0" y="3170826"/>
                </a:lnTo>
                <a:lnTo>
                  <a:pt x="0" y="0"/>
                </a:lnTo>
                <a:close/>
              </a:path>
            </a:pathLst>
          </a:custGeom>
          <a:blipFill>
            <a:blip r:embed="rId26">
              <a:extLst>
                <a:ext uri="{96DAC541-7B7A-43D3-8B79-37D633B846F1}">
                  <asvg:svgBlip xmlns:asvg="http://schemas.microsoft.com/office/drawing/2016/SVG/main" r:embed="rId27"/>
                </a:ext>
              </a:extLst>
            </a:blip>
            <a:stretch>
              <a:fillRect l="0" t="-123" r="0" b="-123"/>
            </a:stretch>
          </a:blipFill>
        </p:spPr>
      </p:sp>
      <p:sp>
        <p:nvSpPr>
          <p:cNvPr name="Freeform 15" id="15"/>
          <p:cNvSpPr/>
          <p:nvPr/>
        </p:nvSpPr>
        <p:spPr>
          <a:xfrm flipH="false" flipV="false" rot="9893321">
            <a:off x="17381624" y="-626702"/>
            <a:ext cx="3320212" cy="2885400"/>
          </a:xfrm>
          <a:custGeom>
            <a:avLst/>
            <a:gdLst/>
            <a:ahLst/>
            <a:cxnLst/>
            <a:rect r="r" b="b" t="t" l="l"/>
            <a:pathLst>
              <a:path h="2885400" w="3320212">
                <a:moveTo>
                  <a:pt x="0" y="0"/>
                </a:moveTo>
                <a:lnTo>
                  <a:pt x="3320212" y="0"/>
                </a:lnTo>
                <a:lnTo>
                  <a:pt x="3320212" y="2885400"/>
                </a:lnTo>
                <a:lnTo>
                  <a:pt x="0" y="2885400"/>
                </a:lnTo>
                <a:lnTo>
                  <a:pt x="0" y="0"/>
                </a:lnTo>
                <a:close/>
              </a:path>
            </a:pathLst>
          </a:custGeom>
          <a:blipFill>
            <a:blip r:embed="rId20">
              <a:extLst>
                <a:ext uri="{96DAC541-7B7A-43D3-8B79-37D633B846F1}">
                  <asvg:svgBlip xmlns:asvg="http://schemas.microsoft.com/office/drawing/2016/SVG/main" r:embed="rId21"/>
                </a:ext>
              </a:extLst>
            </a:blip>
            <a:stretch>
              <a:fillRect l="-48" t="0" r="-48" b="0"/>
            </a:stretch>
          </a:blipFill>
        </p:spPr>
      </p:sp>
      <p:sp>
        <p:nvSpPr>
          <p:cNvPr name="Freeform 16" id="16"/>
          <p:cNvSpPr/>
          <p:nvPr/>
        </p:nvSpPr>
        <p:spPr>
          <a:xfrm flipH="false" flipV="false" rot="0">
            <a:off x="9904074" y="-3086100"/>
            <a:ext cx="4212717" cy="4114800"/>
          </a:xfrm>
          <a:custGeom>
            <a:avLst/>
            <a:gdLst/>
            <a:ahLst/>
            <a:cxnLst/>
            <a:rect r="r" b="b" t="t" l="l"/>
            <a:pathLst>
              <a:path h="4114800" w="4212717">
                <a:moveTo>
                  <a:pt x="0" y="0"/>
                </a:moveTo>
                <a:lnTo>
                  <a:pt x="4212717" y="0"/>
                </a:lnTo>
                <a:lnTo>
                  <a:pt x="4212717" y="4114800"/>
                </a:lnTo>
                <a:lnTo>
                  <a:pt x="0" y="4114800"/>
                </a:lnTo>
                <a:lnTo>
                  <a:pt x="0" y="0"/>
                </a:lnTo>
                <a:close/>
              </a:path>
            </a:pathLst>
          </a:custGeom>
          <a:blipFill>
            <a:blip r:embed="rId28">
              <a:extLst>
                <a:ext uri="{96DAC541-7B7A-43D3-8B79-37D633B846F1}">
                  <asvg:svgBlip xmlns:asvg="http://schemas.microsoft.com/office/drawing/2016/SVG/main" r:embed="rId29"/>
                </a:ext>
              </a:extLst>
            </a:blip>
            <a:stretch>
              <a:fillRect l="0" t="-34" r="0" b="-34"/>
            </a:stretch>
          </a:blipFill>
        </p:spPr>
      </p:sp>
      <p:sp>
        <p:nvSpPr>
          <p:cNvPr name="TextBox 17" id="17"/>
          <p:cNvSpPr txBox="true"/>
          <p:nvPr/>
        </p:nvSpPr>
        <p:spPr>
          <a:xfrm rot="0">
            <a:off x="3599358" y="3017910"/>
            <a:ext cx="11089283" cy="4422629"/>
          </a:xfrm>
          <a:prstGeom prst="rect">
            <a:avLst/>
          </a:prstGeom>
        </p:spPr>
        <p:txBody>
          <a:bodyPr anchor="t" rtlCol="false" tIns="0" lIns="0" bIns="0" rIns="0">
            <a:spAutoFit/>
          </a:bodyPr>
          <a:lstStyle/>
          <a:p>
            <a:pPr algn="ctr">
              <a:lnSpc>
                <a:spcPts val="12747"/>
              </a:lnSpc>
            </a:pPr>
            <a:r>
              <a:rPr lang="en-US" sz="16342" b="true">
                <a:solidFill>
                  <a:srgbClr val="1E539A"/>
                </a:solidFill>
                <a:latin typeface="Thicker Bold"/>
                <a:ea typeface="Thicker Bold"/>
                <a:cs typeface="Thicker Bold"/>
                <a:sym typeface="Thicker Bold"/>
              </a:rPr>
              <a:t>Terima</a:t>
            </a:r>
          </a:p>
          <a:p>
            <a:pPr algn="ctr">
              <a:lnSpc>
                <a:spcPts val="12747"/>
              </a:lnSpc>
            </a:pPr>
            <a:r>
              <a:rPr lang="en-US" sz="16342" b="true">
                <a:solidFill>
                  <a:srgbClr val="1E539A"/>
                </a:solidFill>
                <a:latin typeface="Thicker Bold"/>
                <a:ea typeface="Thicker Bold"/>
                <a:cs typeface="Thicker Bold"/>
                <a:sym typeface="Thicker Bold"/>
              </a:rPr>
              <a:t>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DAG3CaoSlS4</dc:identifier>
  <dcterms:modified xsi:type="dcterms:W3CDTF">2011-08-01T06:04:30Z</dcterms:modified>
  <cp:revision>1</cp:revision>
  <dc:title>Biru Abstrak Lucu Presentasi Tugas Kelompok (1).pptx</dc:title>
</cp:coreProperties>
</file>